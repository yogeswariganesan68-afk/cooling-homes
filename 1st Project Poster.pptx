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62" r:id="rId1"/>
    <p:sldMasterId id="2147483674" r:id="rId2"/>
    <p:sldMasterId id="2147483664" r:id="rId3"/>
    <p:sldMasterId id="2147483666" r:id="rId4"/>
    <p:sldMasterId id="2147483668" r:id="rId5"/>
    <p:sldMasterId id="2147483672" r:id="rId6"/>
  </p:sldMasterIdLst>
  <p:notesMasterIdLst>
    <p:notesMasterId r:id="rId8"/>
  </p:notesMasterIdLst>
  <p:handoutMasterIdLst>
    <p:handoutMasterId r:id="rId9"/>
  </p:handoutMasterIdLst>
  <p:sldIdLst>
    <p:sldId id="259" r:id="rId7"/>
  </p:sldIdLst>
  <p:sldSz cx="21388388" cy="30279975"/>
  <p:notesSz cx="14663738" cy="20926425"/>
  <p:embeddedFontLst>
    <p:embeddedFont>
      <p:font typeface="Rdg Vesta" panose="020B0604020202020204" charset="0"/>
      <p:regular r:id="rId10"/>
      <p:bold r:id="rId11"/>
      <p:italic r:id="rId12"/>
      <p:boldItalic r:id="rId13"/>
    </p:embeddedFont>
  </p:embeddedFontLst>
  <p:defaultTextStyle>
    <a:defPPr>
      <a:defRPr lang="en-GB"/>
    </a:defPPr>
    <a:lvl1pPr algn="l" rtl="0" fontAlgn="base">
      <a:spcBef>
        <a:spcPct val="0"/>
      </a:spcBef>
      <a:spcAft>
        <a:spcPct val="0"/>
      </a:spcAft>
      <a:defRPr sz="1300" kern="1200">
        <a:solidFill>
          <a:schemeClr val="tx1"/>
        </a:solidFill>
        <a:latin typeface="Rdg Vesta" pitchFamily="2" charset="0"/>
        <a:ea typeface="+mn-ea"/>
        <a:cs typeface="+mn-cs"/>
      </a:defRPr>
    </a:lvl1pPr>
    <a:lvl2pPr marL="457200" algn="l" rtl="0" fontAlgn="base">
      <a:spcBef>
        <a:spcPct val="0"/>
      </a:spcBef>
      <a:spcAft>
        <a:spcPct val="0"/>
      </a:spcAft>
      <a:defRPr sz="1300" kern="1200">
        <a:solidFill>
          <a:schemeClr val="tx1"/>
        </a:solidFill>
        <a:latin typeface="Rdg Vesta" pitchFamily="2" charset="0"/>
        <a:ea typeface="+mn-ea"/>
        <a:cs typeface="+mn-cs"/>
      </a:defRPr>
    </a:lvl2pPr>
    <a:lvl3pPr marL="914400" algn="l" rtl="0" fontAlgn="base">
      <a:spcBef>
        <a:spcPct val="0"/>
      </a:spcBef>
      <a:spcAft>
        <a:spcPct val="0"/>
      </a:spcAft>
      <a:defRPr sz="1300" kern="1200">
        <a:solidFill>
          <a:schemeClr val="tx1"/>
        </a:solidFill>
        <a:latin typeface="Rdg Vesta" pitchFamily="2" charset="0"/>
        <a:ea typeface="+mn-ea"/>
        <a:cs typeface="+mn-cs"/>
      </a:defRPr>
    </a:lvl3pPr>
    <a:lvl4pPr marL="1371600" algn="l" rtl="0" fontAlgn="base">
      <a:spcBef>
        <a:spcPct val="0"/>
      </a:spcBef>
      <a:spcAft>
        <a:spcPct val="0"/>
      </a:spcAft>
      <a:defRPr sz="1300" kern="1200">
        <a:solidFill>
          <a:schemeClr val="tx1"/>
        </a:solidFill>
        <a:latin typeface="Rdg Vesta" pitchFamily="2" charset="0"/>
        <a:ea typeface="+mn-ea"/>
        <a:cs typeface="+mn-cs"/>
      </a:defRPr>
    </a:lvl4pPr>
    <a:lvl5pPr marL="1828800" algn="l" rtl="0" fontAlgn="base">
      <a:spcBef>
        <a:spcPct val="0"/>
      </a:spcBef>
      <a:spcAft>
        <a:spcPct val="0"/>
      </a:spcAft>
      <a:defRPr sz="1300" kern="1200">
        <a:solidFill>
          <a:schemeClr val="tx1"/>
        </a:solidFill>
        <a:latin typeface="Rdg Vesta" pitchFamily="2" charset="0"/>
        <a:ea typeface="+mn-ea"/>
        <a:cs typeface="+mn-cs"/>
      </a:defRPr>
    </a:lvl5pPr>
    <a:lvl6pPr marL="2286000" algn="l" defTabSz="914400" rtl="0" eaLnBrk="1" latinLnBrk="0" hangingPunct="1">
      <a:defRPr sz="1300" kern="1200">
        <a:solidFill>
          <a:schemeClr val="tx1"/>
        </a:solidFill>
        <a:latin typeface="Rdg Vesta" pitchFamily="2" charset="0"/>
        <a:ea typeface="+mn-ea"/>
        <a:cs typeface="+mn-cs"/>
      </a:defRPr>
    </a:lvl6pPr>
    <a:lvl7pPr marL="2743200" algn="l" defTabSz="914400" rtl="0" eaLnBrk="1" latinLnBrk="0" hangingPunct="1">
      <a:defRPr sz="1300" kern="1200">
        <a:solidFill>
          <a:schemeClr val="tx1"/>
        </a:solidFill>
        <a:latin typeface="Rdg Vesta" pitchFamily="2" charset="0"/>
        <a:ea typeface="+mn-ea"/>
        <a:cs typeface="+mn-cs"/>
      </a:defRPr>
    </a:lvl7pPr>
    <a:lvl8pPr marL="3200400" algn="l" defTabSz="914400" rtl="0" eaLnBrk="1" latinLnBrk="0" hangingPunct="1">
      <a:defRPr sz="1300" kern="1200">
        <a:solidFill>
          <a:schemeClr val="tx1"/>
        </a:solidFill>
        <a:latin typeface="Rdg Vesta" pitchFamily="2" charset="0"/>
        <a:ea typeface="+mn-ea"/>
        <a:cs typeface="+mn-cs"/>
      </a:defRPr>
    </a:lvl8pPr>
    <a:lvl9pPr marL="3657600" algn="l" defTabSz="914400" rtl="0" eaLnBrk="1" latinLnBrk="0" hangingPunct="1">
      <a:defRPr sz="1300" kern="1200">
        <a:solidFill>
          <a:schemeClr val="tx1"/>
        </a:solidFill>
        <a:latin typeface="Rdg Vesta" pitchFamily="2" charset="0"/>
        <a:ea typeface="+mn-ea"/>
        <a:cs typeface="+mn-cs"/>
      </a:defRPr>
    </a:lvl9pPr>
  </p:defaultTextStyle>
  <p:extLst>
    <p:ext uri="{EFAFB233-063F-42B5-8137-9DF3F51BA10A}">
      <p15:sldGuideLst xmlns:p15="http://schemas.microsoft.com/office/powerpoint/2012/main">
        <p15:guide id="1" orient="horz">
          <p15:clr>
            <a:srgbClr val="A4A3A4"/>
          </p15:clr>
        </p15:guide>
        <p15:guide id="2" pos="522">
          <p15:clr>
            <a:srgbClr val="A4A3A4"/>
          </p15:clr>
        </p15:guide>
      </p15:sldGuideLst>
    </p:ext>
    <p:ext uri="{2D200454-40CA-4A62-9FC3-DE9A4176ACB9}">
      <p15:notesGuideLst xmlns:p15="http://schemas.microsoft.com/office/powerpoint/2012/main">
        <p15:guide id="1" orient="horz" pos="6591">
          <p15:clr>
            <a:srgbClr val="A4A3A4"/>
          </p15:clr>
        </p15:guide>
        <p15:guide id="2" pos="461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6E6E6"/>
    <a:srgbClr val="106DB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440" autoAdjust="0"/>
  </p:normalViewPr>
  <p:slideViewPr>
    <p:cSldViewPr showGuides="1">
      <p:cViewPr>
        <p:scale>
          <a:sx n="52" d="100"/>
          <a:sy n="52" d="100"/>
        </p:scale>
        <p:origin x="302" y="29"/>
      </p:cViewPr>
      <p:guideLst>
        <p:guide orient="horz"/>
        <p:guide pos="52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34" d="100"/>
          <a:sy n="34" d="100"/>
        </p:scale>
        <p:origin x="-3366" y="-90"/>
      </p:cViewPr>
      <p:guideLst>
        <p:guide orient="horz" pos="6591"/>
        <p:guide pos="461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4.fntdata"/><Relationship Id="rId3" Type="http://schemas.openxmlformats.org/officeDocument/2006/relationships/slideMaster" Target="slideMasters/slideMaster3.xml"/><Relationship Id="rId7" Type="http://schemas.openxmlformats.org/officeDocument/2006/relationships/slide" Target="slides/slide1.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font" Target="fonts/font2.fntdata"/><Relationship Id="rId5" Type="http://schemas.openxmlformats.org/officeDocument/2006/relationships/slideMaster" Target="slideMasters/slideMaster5.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Master" Target="slideMasters/slideMaster4.xml"/><Relationship Id="rId9" Type="http://schemas.openxmlformats.org/officeDocument/2006/relationships/handoutMaster" Target="handoutMasters/handoutMaster1.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endParaRPr lang="en-GB"/>
          </a:p>
        </p:txBody>
      </p:sp>
      <p:sp>
        <p:nvSpPr>
          <p:cNvPr id="48131" name="Rectangle 3"/>
          <p:cNvSpPr>
            <a:spLocks noGrp="1" noChangeArrowheads="1"/>
          </p:cNvSpPr>
          <p:nvPr>
            <p:ph type="dt" sz="quarter" idx="1"/>
          </p:nvPr>
        </p:nvSpPr>
        <p:spPr bwMode="auto">
          <a:xfrm>
            <a:off x="8305800" y="0"/>
            <a:ext cx="6354763" cy="10461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vl1pPr>
          </a:lstStyle>
          <a:p>
            <a:pPr>
              <a:defRPr/>
            </a:pPr>
            <a:endParaRPr lang="en-GB"/>
          </a:p>
        </p:txBody>
      </p:sp>
      <p:sp>
        <p:nvSpPr>
          <p:cNvPr id="48132" name="Rectangle 4"/>
          <p:cNvSpPr>
            <a:spLocks noGrp="1" noChangeArrowheads="1"/>
          </p:cNvSpPr>
          <p:nvPr>
            <p:ph type="ftr" sz="quarter" idx="2"/>
          </p:nvPr>
        </p:nvSpPr>
        <p:spPr bwMode="auto">
          <a:xfrm>
            <a:off x="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vl1pPr>
          </a:lstStyle>
          <a:p>
            <a:pPr>
              <a:defRPr/>
            </a:pPr>
            <a:endParaRPr lang="en-GB"/>
          </a:p>
        </p:txBody>
      </p:sp>
      <p:sp>
        <p:nvSpPr>
          <p:cNvPr id="48133" name="Rectangle 5"/>
          <p:cNvSpPr>
            <a:spLocks noGrp="1" noChangeArrowheads="1"/>
          </p:cNvSpPr>
          <p:nvPr>
            <p:ph type="sldNum" sz="quarter" idx="3"/>
          </p:nvPr>
        </p:nvSpPr>
        <p:spPr bwMode="auto">
          <a:xfrm>
            <a:off x="8305800" y="19877088"/>
            <a:ext cx="6354763" cy="104616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vl1pPr>
          </a:lstStyle>
          <a:p>
            <a:pPr>
              <a:defRPr/>
            </a:pPr>
            <a:fld id="{4106BD75-3EFD-4C18-B180-068DCC7276BD}" type="slidenum">
              <a:rPr lang="en-GB"/>
              <a:pPr>
                <a:defRPr/>
              </a:pPr>
              <a:t>‹#›</a:t>
            </a:fld>
            <a:endParaRPr lang="en-GB"/>
          </a:p>
        </p:txBody>
      </p:sp>
    </p:spTree>
    <p:extLst>
      <p:ext uri="{BB962C8B-B14F-4D97-AF65-F5344CB8AC3E}">
        <p14:creationId xmlns:p14="http://schemas.microsoft.com/office/powerpoint/2010/main" val="1758421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6354763"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defTabSz="2033588" eaLnBrk="0" hangingPunct="0">
              <a:defRPr sz="2700"/>
            </a:lvl1pPr>
          </a:lstStyle>
          <a:p>
            <a:pPr>
              <a:defRPr/>
            </a:pPr>
            <a:endParaRPr lang="en-GB"/>
          </a:p>
        </p:txBody>
      </p:sp>
      <p:sp>
        <p:nvSpPr>
          <p:cNvPr id="4099" name="Rectangle 3"/>
          <p:cNvSpPr>
            <a:spLocks noGrp="1" noChangeArrowheads="1"/>
          </p:cNvSpPr>
          <p:nvPr>
            <p:ph type="dt" idx="1"/>
          </p:nvPr>
        </p:nvSpPr>
        <p:spPr bwMode="auto">
          <a:xfrm>
            <a:off x="8305800" y="0"/>
            <a:ext cx="6356350" cy="1049338"/>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lvl1pPr algn="r" defTabSz="2033588" eaLnBrk="0" hangingPunct="0">
              <a:defRPr sz="2700"/>
            </a:lvl1pPr>
          </a:lstStyle>
          <a:p>
            <a:pPr>
              <a:defRPr/>
            </a:pPr>
            <a:endParaRPr lang="en-GB"/>
          </a:p>
        </p:txBody>
      </p:sp>
      <p:sp>
        <p:nvSpPr>
          <p:cNvPr id="3076" name="Rectangle 4"/>
          <p:cNvSpPr>
            <a:spLocks noGrp="1" noRot="1" noChangeAspect="1" noChangeArrowheads="1" noTextEdit="1"/>
          </p:cNvSpPr>
          <p:nvPr>
            <p:ph type="sldImg" idx="2"/>
          </p:nvPr>
        </p:nvSpPr>
        <p:spPr bwMode="auto">
          <a:xfrm>
            <a:off x="4564063" y="1570038"/>
            <a:ext cx="5543550" cy="78501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1466850" y="9942513"/>
            <a:ext cx="11730038" cy="9413875"/>
          </a:xfrm>
          <a:prstGeom prst="rect">
            <a:avLst/>
          </a:prstGeom>
          <a:noFill/>
          <a:ln w="9525">
            <a:noFill/>
            <a:miter lim="800000"/>
            <a:headEnd/>
            <a:tailEnd/>
          </a:ln>
          <a:effectLst/>
        </p:spPr>
        <p:txBody>
          <a:bodyPr vert="horz" wrap="square" lIns="203246" tIns="101626" rIns="203246" bIns="101626"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102" name="Rectangle 6"/>
          <p:cNvSpPr>
            <a:spLocks noGrp="1" noChangeArrowheads="1"/>
          </p:cNvSpPr>
          <p:nvPr>
            <p:ph type="ftr" sz="quarter" idx="4"/>
          </p:nvPr>
        </p:nvSpPr>
        <p:spPr bwMode="auto">
          <a:xfrm>
            <a:off x="0" y="19877088"/>
            <a:ext cx="6354763"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defTabSz="2033588" eaLnBrk="0" hangingPunct="0">
              <a:defRPr sz="2700"/>
            </a:lvl1pPr>
          </a:lstStyle>
          <a:p>
            <a:pPr>
              <a:defRPr/>
            </a:pPr>
            <a:endParaRPr lang="en-GB"/>
          </a:p>
        </p:txBody>
      </p:sp>
      <p:sp>
        <p:nvSpPr>
          <p:cNvPr id="4103" name="Rectangle 7"/>
          <p:cNvSpPr>
            <a:spLocks noGrp="1" noChangeArrowheads="1"/>
          </p:cNvSpPr>
          <p:nvPr>
            <p:ph type="sldNum" sz="quarter" idx="5"/>
          </p:nvPr>
        </p:nvSpPr>
        <p:spPr bwMode="auto">
          <a:xfrm>
            <a:off x="8305800" y="19877088"/>
            <a:ext cx="6356350" cy="1047750"/>
          </a:xfrm>
          <a:prstGeom prst="rect">
            <a:avLst/>
          </a:prstGeom>
          <a:noFill/>
          <a:ln w="9525">
            <a:noFill/>
            <a:miter lim="800000"/>
            <a:headEnd/>
            <a:tailEnd/>
          </a:ln>
          <a:effectLst/>
        </p:spPr>
        <p:txBody>
          <a:bodyPr vert="horz" wrap="square" lIns="203246" tIns="101626" rIns="203246" bIns="101626" numCol="1" anchor="b" anchorCtr="0" compatLnSpc="1">
            <a:prstTxWarp prst="textNoShape">
              <a:avLst/>
            </a:prstTxWarp>
          </a:bodyPr>
          <a:lstStyle>
            <a:lvl1pPr algn="r" defTabSz="2033588" eaLnBrk="0" hangingPunct="0">
              <a:defRPr sz="2700"/>
            </a:lvl1pPr>
          </a:lstStyle>
          <a:p>
            <a:pPr>
              <a:defRPr/>
            </a:pPr>
            <a:fld id="{5778D20B-1032-4243-B265-D2D63470AEBF}" type="slidenum">
              <a:rPr lang="en-GB"/>
              <a:pPr>
                <a:defRPr/>
              </a:pPr>
              <a:t>‹#›</a:t>
            </a:fld>
            <a:endParaRPr lang="en-GB"/>
          </a:p>
        </p:txBody>
      </p:sp>
    </p:spTree>
    <p:extLst>
      <p:ext uri="{BB962C8B-B14F-4D97-AF65-F5344CB8AC3E}">
        <p14:creationId xmlns:p14="http://schemas.microsoft.com/office/powerpoint/2010/main" val="294753096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Rdg Vesta" pitchFamily="2" charset="0"/>
        <a:ea typeface="+mn-ea"/>
        <a:cs typeface="+mn-cs"/>
      </a:defRPr>
    </a:lvl1pPr>
    <a:lvl2pPr marL="457200" algn="l" rtl="0" eaLnBrk="0" fontAlgn="base" hangingPunct="0">
      <a:spcBef>
        <a:spcPct val="30000"/>
      </a:spcBef>
      <a:spcAft>
        <a:spcPct val="0"/>
      </a:spcAft>
      <a:defRPr sz="1200" kern="1200">
        <a:solidFill>
          <a:schemeClr val="tx1"/>
        </a:solidFill>
        <a:latin typeface="Rdg Vesta" pitchFamily="2" charset="0"/>
        <a:ea typeface="+mn-ea"/>
        <a:cs typeface="+mn-cs"/>
      </a:defRPr>
    </a:lvl2pPr>
    <a:lvl3pPr marL="914400" algn="l" rtl="0" eaLnBrk="0" fontAlgn="base" hangingPunct="0">
      <a:spcBef>
        <a:spcPct val="30000"/>
      </a:spcBef>
      <a:spcAft>
        <a:spcPct val="0"/>
      </a:spcAft>
      <a:defRPr sz="1200" kern="1200">
        <a:solidFill>
          <a:schemeClr val="tx1"/>
        </a:solidFill>
        <a:latin typeface="Rdg Vesta" pitchFamily="2" charset="0"/>
        <a:ea typeface="+mn-ea"/>
        <a:cs typeface="+mn-cs"/>
      </a:defRPr>
    </a:lvl3pPr>
    <a:lvl4pPr marL="1371600" algn="l" rtl="0" eaLnBrk="0" fontAlgn="base" hangingPunct="0">
      <a:spcBef>
        <a:spcPct val="30000"/>
      </a:spcBef>
      <a:spcAft>
        <a:spcPct val="0"/>
      </a:spcAft>
      <a:defRPr sz="1200" kern="1200">
        <a:solidFill>
          <a:schemeClr val="tx1"/>
        </a:solidFill>
        <a:latin typeface="Rdg Vesta" pitchFamily="2" charset="0"/>
        <a:ea typeface="+mn-ea"/>
        <a:cs typeface="+mn-cs"/>
      </a:defRPr>
    </a:lvl4pPr>
    <a:lvl5pPr marL="1828800" algn="l" rtl="0" eaLnBrk="0" fontAlgn="base" hangingPunct="0">
      <a:spcBef>
        <a:spcPct val="30000"/>
      </a:spcBef>
      <a:spcAft>
        <a:spcPct val="0"/>
      </a:spcAft>
      <a:defRPr sz="1200" kern="1200">
        <a:solidFill>
          <a:schemeClr val="tx1"/>
        </a:solidFill>
        <a:latin typeface="Rdg Vesta"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778D20B-1032-4243-B265-D2D63470AEBF}" type="slidenum">
              <a:rPr lang="en-GB" smtClean="0"/>
              <a:pPr>
                <a:defRPr/>
              </a:pPr>
              <a:t>1</a:t>
            </a:fld>
            <a:endParaRPr lang="en-GB"/>
          </a:p>
        </p:txBody>
      </p:sp>
    </p:spTree>
    <p:extLst>
      <p:ext uri="{BB962C8B-B14F-4D97-AF65-F5344CB8AC3E}">
        <p14:creationId xmlns:p14="http://schemas.microsoft.com/office/powerpoint/2010/main" val="318080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5" name="Content Placeholder 2"/>
          <p:cNvSpPr>
            <a:spLocks noGrp="1"/>
          </p:cNvSpPr>
          <p:nvPr>
            <p:ph idx="1"/>
          </p:nvPr>
        </p:nvSpPr>
        <p:spPr>
          <a:xfrm>
            <a:off x="736600" y="5635625"/>
            <a:ext cx="9344025" cy="23852186"/>
          </a:xfrm>
          <a:prstGeom prst="rect">
            <a:avLst/>
          </a:prstGeom>
        </p:spPr>
        <p:txBody>
          <a:bodyPr/>
          <a:lstStyle>
            <a:lvl1pPr marL="0" indent="0">
              <a:spcBef>
                <a:spcPts val="1400"/>
              </a:spcBef>
              <a:buNone/>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endParaRPr kumimoji="0" lang="en-US"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Title 1"/>
          <p:cNvSpPr>
            <a:spLocks noGrp="1"/>
          </p:cNvSpPr>
          <p:nvPr>
            <p:ph type="title"/>
          </p:nvPr>
        </p:nvSpPr>
        <p:spPr/>
        <p:txBody>
          <a:bodyPr/>
          <a:lstStyle>
            <a:lvl1pPr>
              <a:defRPr b="1"/>
            </a:lvl1pPr>
          </a:lstStyle>
          <a:p>
            <a:r>
              <a:rPr lang="en-US" dirty="0"/>
              <a:t>Click to edit Master title style</a:t>
            </a:r>
            <a:endParaRPr lang="en-GB" dirty="0"/>
          </a:p>
        </p:txBody>
      </p:sp>
    </p:spTree>
    <p:extLst>
      <p:ext uri="{BB962C8B-B14F-4D97-AF65-F5344CB8AC3E}">
        <p14:creationId xmlns:p14="http://schemas.microsoft.com/office/powerpoint/2010/main" val="1796732571"/>
      </p:ext>
    </p:extLst>
  </p:cSld>
  <p:clrMapOvr>
    <a:masterClrMapping/>
  </p:clrMapOvr>
  <p:extLst mod="1">
    <p:ext uri="{DCECCB84-F9BA-43D5-87BE-67443E8EF086}">
      <p15:sldGuideLst xmlns:p15="http://schemas.microsoft.com/office/powerpoint/2012/main">
        <p15:guide id="1" orient="horz" pos="9537" userDrawn="1">
          <p15:clr>
            <a:srgbClr val="FBAE40"/>
          </p15:clr>
        </p15:guide>
        <p15:guide id="2" pos="673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3F871DA3-C206-4958-9304-C821B2F6EC32}"/>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90417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FEF963AC-AD21-4E43-A16C-AB75B1463121}"/>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2123904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2EAAAEFD-1EC9-4039-9D31-AFE1B8B611A6}"/>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1466869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6" name="Content Placeholder 2">
            <a:extLst>
              <a:ext uri="{FF2B5EF4-FFF2-40B4-BE49-F238E27FC236}">
                <a16:creationId xmlns:a16="http://schemas.microsoft.com/office/drawing/2014/main" id="{A7515D96-1650-49B2-A79A-A2009C1C3600}"/>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3717922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en-GB" dirty="0"/>
          </a:p>
        </p:txBody>
      </p:sp>
      <p:sp>
        <p:nvSpPr>
          <p:cNvPr id="4" name="Content Placeholder 2">
            <a:extLst>
              <a:ext uri="{FF2B5EF4-FFF2-40B4-BE49-F238E27FC236}">
                <a16:creationId xmlns:a16="http://schemas.microsoft.com/office/drawing/2014/main" id="{5A380693-CD9F-49AC-BAC4-1F4C633D6CD3}"/>
              </a:ext>
            </a:extLst>
          </p:cNvPr>
          <p:cNvSpPr>
            <a:spLocks noGrp="1"/>
          </p:cNvSpPr>
          <p:nvPr>
            <p:ph idx="1"/>
          </p:nvPr>
        </p:nvSpPr>
        <p:spPr>
          <a:xfrm>
            <a:off x="736600" y="5635625"/>
            <a:ext cx="9344025" cy="23852186"/>
          </a:xfrm>
          <a:prstGeom prst="rect">
            <a:avLst/>
          </a:prstGeom>
        </p:spPr>
        <p:txBody>
          <a:bodyPr/>
          <a:lstStyle>
            <a:lvl1pPr marL="360000" indent="-360000">
              <a:spcBef>
                <a:spcPts val="1400"/>
              </a:spcBef>
              <a:defRPr sz="1900">
                <a:latin typeface="Arial" panose="020B0604020202020204" pitchFamily="34" charset="0"/>
                <a:cs typeface="Arial" panose="020B0604020202020204" pitchFamily="34" charset="0"/>
              </a:defRPr>
            </a:lvl1pPr>
            <a:lvl2pPr marL="720000" indent="-360000">
              <a:spcBef>
                <a:spcPts val="1000"/>
              </a:spcBef>
              <a:buFont typeface="Arial" pitchFamily="34" charset="0"/>
              <a:buChar char="•"/>
              <a:defRPr sz="1900">
                <a:latin typeface="Arial" panose="020B0604020202020204" pitchFamily="34" charset="0"/>
                <a:cs typeface="Arial" panose="020B0604020202020204" pitchFamily="34" charset="0"/>
              </a:defRPr>
            </a:lvl2pPr>
            <a:lvl3pPr marL="1080000" indent="-360000">
              <a:spcBef>
                <a:spcPts val="600"/>
              </a:spcBef>
              <a:buFont typeface="Rdg Vesta" pitchFamily="2" charset="0"/>
              <a:buChar char="−"/>
              <a:defRPr sz="1600">
                <a:latin typeface="Arial" panose="020B0604020202020204" pitchFamily="34" charset="0"/>
                <a:cs typeface="Arial" panose="020B0604020202020204" pitchFamily="34" charset="0"/>
              </a:defRPr>
            </a:lvl3pPr>
            <a:lvl4pPr marL="1350000" indent="-270000">
              <a:spcBef>
                <a:spcPts val="500"/>
              </a:spcBef>
              <a:buFont typeface="Arial" pitchFamily="34" charset="0"/>
              <a:buChar char="•"/>
              <a:defRPr sz="1600">
                <a:latin typeface="Arial" panose="020B0604020202020204" pitchFamily="34" charset="0"/>
                <a:cs typeface="Arial" panose="020B0604020202020204" pitchFamily="34" charset="0"/>
              </a:defRPr>
            </a:lvl4pPr>
            <a:lvl5pPr marL="1530000" indent="-180000">
              <a:spcBef>
                <a:spcPts val="500"/>
              </a:spcBef>
              <a:buClr>
                <a:schemeClr val="tx2"/>
              </a:buClr>
              <a:buFont typeface="Rdg Vesta" pitchFamily="2" charset="0"/>
              <a:buChar char="−"/>
              <a:defRPr sz="1200">
                <a:latin typeface="Arial" panose="020B0604020202020204" pitchFamily="34" charset="0"/>
                <a:cs typeface="Arial" panose="020B0604020202020204" pitchFamily="34" charset="0"/>
              </a:defRPr>
            </a:lvl5pPr>
          </a:lstStyle>
          <a:p>
            <a:pPr marL="455613" marR="0" lvl="0" indent="-455613" algn="l" defTabSz="2952750" rtl="0" eaLnBrk="1" fontAlgn="base" latinLnBrk="0" hangingPunct="1">
              <a:lnSpc>
                <a:spcPct val="125000"/>
              </a:lnSpc>
              <a:spcBef>
                <a:spcPct val="6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Click to edit Master text styles</a:t>
            </a:r>
          </a:p>
          <a:p>
            <a:pPr marL="1000125" marR="0" lvl="1" indent="-457200"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6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Second level</a:t>
            </a:r>
          </a:p>
          <a:p>
            <a:pPr marL="1331913" marR="0" lvl="2" indent="-342900" algn="l" defTabSz="2952750" rtl="0" eaLnBrk="1" fontAlgn="base" latinLnBrk="0" hangingPunct="1">
              <a:lnSpc>
                <a:spcPct val="125000"/>
              </a:lnSpc>
              <a:spcBef>
                <a:spcPct val="30000"/>
              </a:spcBef>
              <a:spcAft>
                <a:spcPct val="0"/>
              </a:spcAft>
              <a:buClr>
                <a:srgbClr val="158473"/>
              </a:buClr>
              <a:buSzTx/>
              <a:buFontTx/>
              <a:buChar char="•"/>
              <a:tabLst/>
              <a:defRPr/>
            </a:pPr>
            <a:r>
              <a:rPr kumimoji="0" lang="en-GB" sz="22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Third level</a:t>
            </a:r>
          </a:p>
          <a:p>
            <a:pPr marL="1644650" marR="0" lvl="3" indent="-301625" algn="l" defTabSz="2952750" rtl="0" eaLnBrk="1" fontAlgn="base" latinLnBrk="0" hangingPunct="1">
              <a:lnSpc>
                <a:spcPct val="125000"/>
              </a:lnSpc>
              <a:spcBef>
                <a:spcPct val="40000"/>
              </a:spcBef>
              <a:spcAft>
                <a:spcPct val="0"/>
              </a:spcAft>
              <a:buClr>
                <a:srgbClr val="158473"/>
              </a:buClr>
              <a:buSzTx/>
              <a:buFontTx/>
              <a:buChar char="•"/>
              <a:tabLst/>
              <a:defRPr/>
            </a:pPr>
            <a:r>
              <a:rPr kumimoji="0" lang="en-GB" sz="2000" b="0"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Fourth level</a:t>
            </a:r>
          </a:p>
        </p:txBody>
      </p:sp>
    </p:spTree>
    <p:extLst>
      <p:ext uri="{BB962C8B-B14F-4D97-AF65-F5344CB8AC3E}">
        <p14:creationId xmlns:p14="http://schemas.microsoft.com/office/powerpoint/2010/main" val="41927232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467045"/>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400" dirty="0">
                <a:solidFill>
                  <a:srgbClr val="FFFFFF"/>
                </a:solidFill>
                <a:latin typeface="Arial" panose="020B0604020202020204" pitchFamily="34" charset="0"/>
                <a:cs typeface="Arial" panose="020B0604020202020204" pitchFamily="34" charset="0"/>
              </a:rPr>
              <a:t>SRIDHAR B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YOGESWARI G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MAHENDIRAN M   </a:t>
            </a:r>
            <a:r>
              <a:rPr lang="en-GB" sz="2400" dirty="0">
                <a:solidFill>
                  <a:schemeClr val="accent5"/>
                </a:solidFill>
                <a:latin typeface="Arial" panose="020B0604020202020204" pitchFamily="34" charset="0"/>
                <a:cs typeface="Arial" panose="020B0604020202020204" pitchFamily="34" charset="0"/>
              </a:rPr>
              <a:t>|</a:t>
            </a:r>
            <a:r>
              <a:rPr lang="en-GB" sz="2400" dirty="0">
                <a:solidFill>
                  <a:srgbClr val="FFFFFF"/>
                </a:solidFill>
                <a:latin typeface="Arial" panose="020B0604020202020204" pitchFamily="34" charset="0"/>
                <a:cs typeface="Arial" panose="020B0604020202020204" pitchFamily="34" charset="0"/>
              </a:rPr>
              <a:t>   SARATH M R </a:t>
            </a: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472268828"/>
      </p:ext>
    </p:extLst>
  </p:cSld>
  <p:clrMap bg1="lt1" tx1="dk1" bg2="lt2" tx2="dk2" accent1="accent1" accent2="accent2" accent3="accent3" accent4="accent4" accent5="accent5" accent6="accent6" hlink="hlink" folHlink="folHlink"/>
  <p:sldLayoutIdLst>
    <p:sldLayoutId id="214748366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1241107756"/>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7" userDrawn="1">
          <p15:clr>
            <a:srgbClr val="F26B43"/>
          </p15:clr>
        </p15:guide>
        <p15:guide id="2" pos="6736"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71654077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304743291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2523296050"/>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57" name="Rectangle 33"/>
          <p:cNvSpPr>
            <a:spLocks noChangeArrowheads="1"/>
          </p:cNvSpPr>
          <p:nvPr/>
        </p:nvSpPr>
        <p:spPr bwMode="auto">
          <a:xfrm>
            <a:off x="0" y="0"/>
            <a:ext cx="21388388" cy="5168900"/>
          </a:xfrm>
          <a:prstGeom prst="rect">
            <a:avLst/>
          </a:prstGeom>
          <a:solidFill>
            <a:schemeClr val="tx2"/>
          </a:solidFill>
          <a:ln w="9525">
            <a:noFill/>
            <a:miter lim="800000"/>
            <a:headEnd/>
            <a:tailEnd/>
          </a:ln>
        </p:spPr>
        <p:txBody>
          <a:bodyPr wrap="none" anchor="ctr"/>
          <a:lstStyle/>
          <a:p>
            <a:pPr>
              <a:defRPr/>
            </a:pPr>
            <a:endParaRPr lang="en-GB"/>
          </a:p>
        </p:txBody>
      </p:sp>
      <p:sp>
        <p:nvSpPr>
          <p:cNvPr id="1062" name="Text Box 38"/>
          <p:cNvSpPr txBox="1">
            <a:spLocks noChangeArrowheads="1"/>
          </p:cNvSpPr>
          <p:nvPr/>
        </p:nvSpPr>
        <p:spPr bwMode="auto">
          <a:xfrm>
            <a:off x="668338" y="4533900"/>
            <a:ext cx="19962812" cy="545143"/>
          </a:xfrm>
          <a:prstGeom prst="rect">
            <a:avLst/>
          </a:prstGeom>
          <a:solidFill>
            <a:schemeClr val="tx2"/>
          </a:solidFill>
          <a:ln w="9525">
            <a:noFill/>
            <a:miter lim="800000"/>
            <a:headEnd/>
            <a:tailEnd/>
          </a:ln>
        </p:spPr>
        <p:txBody>
          <a:bodyPr lIns="91436" tIns="45717" rIns="91436" bIns="45717">
            <a:spAutoFit/>
          </a:bodyPr>
          <a:lstStyle/>
          <a:p>
            <a:pPr defTabSz="912813" eaLnBrk="0" hangingPunct="0">
              <a:lnSpc>
                <a:spcPct val="110000"/>
              </a:lnSpc>
              <a:defRPr/>
            </a:pPr>
            <a:r>
              <a:rPr lang="en-GB" sz="2900" dirty="0">
                <a:solidFill>
                  <a:srgbClr val="FFFFFF"/>
                </a:solidFill>
                <a:latin typeface="Arial" panose="020B0604020202020204" pitchFamily="34" charset="0"/>
                <a:cs typeface="Arial" panose="020B0604020202020204" pitchFamily="34" charset="0"/>
              </a:rPr>
              <a:t>Author 1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2   </a:t>
            </a:r>
            <a:r>
              <a:rPr lang="en-GB" sz="2900" dirty="0">
                <a:solidFill>
                  <a:schemeClr val="accent5"/>
                </a:solidFill>
                <a:latin typeface="Arial" panose="020B0604020202020204" pitchFamily="34" charset="0"/>
                <a:cs typeface="Arial" panose="020B0604020202020204" pitchFamily="34" charset="0"/>
              </a:rPr>
              <a:t>|</a:t>
            </a:r>
            <a:r>
              <a:rPr lang="en-GB" sz="2900" dirty="0">
                <a:solidFill>
                  <a:srgbClr val="FFFFFF"/>
                </a:solidFill>
                <a:latin typeface="Arial" panose="020B0604020202020204" pitchFamily="34" charset="0"/>
                <a:cs typeface="Arial" panose="020B0604020202020204" pitchFamily="34" charset="0"/>
              </a:rPr>
              <a:t>   Author 3   (edit this list via View &gt; Slide Master)</a:t>
            </a:r>
            <a:endParaRPr lang="en-GB" sz="2000" dirty="0">
              <a:solidFill>
                <a:srgbClr val="FFFFFF"/>
              </a:solidFill>
              <a:latin typeface="Arial" panose="020B0604020202020204" pitchFamily="34" charset="0"/>
              <a:cs typeface="Arial" panose="020B0604020202020204" pitchFamily="34" charset="0"/>
            </a:endParaRPr>
          </a:p>
        </p:txBody>
      </p:sp>
      <p:sp>
        <p:nvSpPr>
          <p:cNvPr id="1028" name="Rectangle 39"/>
          <p:cNvSpPr>
            <a:spLocks noGrp="1" noChangeArrowheads="1"/>
          </p:cNvSpPr>
          <p:nvPr>
            <p:ph type="body" idx="1"/>
          </p:nvPr>
        </p:nvSpPr>
        <p:spPr bwMode="auto">
          <a:xfrm>
            <a:off x="736600" y="5635625"/>
            <a:ext cx="9344025" cy="238347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pic>
        <p:nvPicPr>
          <p:cNvPr id="1029" name="Picture 34" descr="KIOT Device Reversed"/>
          <p:cNvPicPr>
            <a:picLocks noChangeArrowheads="1"/>
          </p:cNvPicPr>
          <p:nvPr/>
        </p:nvPicPr>
        <p:blipFill>
          <a:blip r:embed="rId3" cstate="print"/>
          <a:srcRect/>
          <a:stretch>
            <a:fillRect/>
          </a:stretch>
        </p:blipFill>
        <p:spPr bwMode="auto">
          <a:xfrm>
            <a:off x="17503775" y="792163"/>
            <a:ext cx="3148013" cy="1019175"/>
          </a:xfrm>
          <a:prstGeom prst="rect">
            <a:avLst/>
          </a:prstGeom>
          <a:noFill/>
          <a:ln w="9525">
            <a:noFill/>
            <a:miter lim="800000"/>
            <a:headEnd/>
            <a:tailEnd/>
          </a:ln>
        </p:spPr>
      </p:pic>
      <p:sp>
        <p:nvSpPr>
          <p:cNvPr id="1030" name="Rectangle 42"/>
          <p:cNvSpPr>
            <a:spLocks noGrp="1" noChangeArrowheads="1"/>
          </p:cNvSpPr>
          <p:nvPr>
            <p:ph type="title"/>
          </p:nvPr>
        </p:nvSpPr>
        <p:spPr bwMode="auto">
          <a:xfrm>
            <a:off x="736600" y="1350963"/>
            <a:ext cx="20131088" cy="298767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dirty="0"/>
              <a:t>Click to edit </a:t>
            </a:r>
            <a:br>
              <a:rPr lang="en-GB" dirty="0"/>
            </a:br>
            <a:r>
              <a:rPr lang="en-GB" dirty="0"/>
              <a:t>Master title style</a:t>
            </a:r>
          </a:p>
        </p:txBody>
      </p:sp>
      <p:sp>
        <p:nvSpPr>
          <p:cNvPr id="1061" name="Text Box 37"/>
          <p:cNvSpPr txBox="1">
            <a:spLocks noChangeArrowheads="1"/>
          </p:cNvSpPr>
          <p:nvPr/>
        </p:nvSpPr>
        <p:spPr bwMode="auto">
          <a:xfrm>
            <a:off x="736600" y="792163"/>
            <a:ext cx="10461625" cy="701675"/>
          </a:xfrm>
          <a:prstGeom prst="rect">
            <a:avLst/>
          </a:prstGeom>
          <a:noFill/>
          <a:ln w="9525">
            <a:noFill/>
            <a:miter lim="800000"/>
            <a:headEnd/>
            <a:tailEnd/>
          </a:ln>
        </p:spPr>
        <p:txBody>
          <a:bodyPr lIns="0" tIns="0" rIns="0" bIns="0">
            <a:spAutoFit/>
          </a:bodyPr>
          <a:lstStyle/>
          <a:p>
            <a:pPr defTabSz="912813" eaLnBrk="0" hangingPunct="0">
              <a:spcBef>
                <a:spcPct val="50000"/>
              </a:spcBef>
              <a:defRPr/>
            </a:pPr>
            <a:r>
              <a:rPr lang="en-GB" sz="2300" b="1" dirty="0">
                <a:solidFill>
                  <a:srgbClr val="FFFFFF"/>
                </a:solidFill>
                <a:latin typeface="Arial" panose="020B0604020202020204" pitchFamily="34" charset="0"/>
                <a:cs typeface="Arial" panose="020B0604020202020204" pitchFamily="34" charset="0"/>
              </a:rPr>
              <a:t>Insert your unit name via </a:t>
            </a:r>
            <a:br>
              <a:rPr lang="en-GB" sz="2300" b="1" dirty="0">
                <a:solidFill>
                  <a:srgbClr val="FFFFFF"/>
                </a:solidFill>
                <a:latin typeface="Arial" panose="020B0604020202020204" pitchFamily="34" charset="0"/>
                <a:cs typeface="Arial" panose="020B0604020202020204" pitchFamily="34" charset="0"/>
              </a:rPr>
            </a:br>
            <a:r>
              <a:rPr lang="en-GB" sz="2300" b="1" dirty="0">
                <a:solidFill>
                  <a:srgbClr val="FFFFFF"/>
                </a:solidFill>
                <a:latin typeface="Arial" panose="020B0604020202020204" pitchFamily="34" charset="0"/>
                <a:cs typeface="Arial" panose="020B0604020202020204" pitchFamily="34" charset="0"/>
              </a:rPr>
              <a:t>View &gt; Slide Master</a:t>
            </a:r>
          </a:p>
        </p:txBody>
      </p:sp>
      <p:sp>
        <p:nvSpPr>
          <p:cNvPr id="1067" name="Rectangle 43"/>
          <p:cNvSpPr>
            <a:spLocks noChangeArrowheads="1"/>
          </p:cNvSpPr>
          <p:nvPr/>
        </p:nvSpPr>
        <p:spPr bwMode="auto">
          <a:xfrm>
            <a:off x="0" y="0"/>
            <a:ext cx="21388388" cy="30279975"/>
          </a:xfrm>
          <a:prstGeom prst="rect">
            <a:avLst/>
          </a:prstGeom>
          <a:noFill/>
          <a:ln w="9525">
            <a:solidFill>
              <a:schemeClr val="tx2"/>
            </a:solidFill>
            <a:miter lim="800000"/>
            <a:headEnd/>
            <a:tailEnd/>
          </a:ln>
          <a:effectLst/>
        </p:spPr>
        <p:txBody>
          <a:bodyPr wrap="none" anchor="ctr"/>
          <a:lstStyle/>
          <a:p>
            <a:pPr algn="ctr" defTabSz="2952750">
              <a:defRPr/>
            </a:pPr>
            <a:endParaRPr lang="en-US"/>
          </a:p>
        </p:txBody>
      </p:sp>
    </p:spTree>
    <p:extLst>
      <p:ext uri="{BB962C8B-B14F-4D97-AF65-F5344CB8AC3E}">
        <p14:creationId xmlns:p14="http://schemas.microsoft.com/office/powerpoint/2010/main" val="635950697"/>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2952750" rtl="0" eaLnBrk="1" fontAlgn="base" hangingPunct="1">
        <a:lnSpc>
          <a:spcPct val="105000"/>
        </a:lnSpc>
        <a:spcBef>
          <a:spcPct val="60000"/>
        </a:spcBef>
        <a:spcAft>
          <a:spcPct val="0"/>
        </a:spcAft>
        <a:defRPr sz="8100" b="1">
          <a:solidFill>
            <a:schemeClr val="bg1"/>
          </a:solidFill>
          <a:latin typeface="Arial" panose="020B0604020202020204" pitchFamily="34" charset="0"/>
          <a:ea typeface="+mj-ea"/>
          <a:cs typeface="Arial" panose="020B0604020202020204" pitchFamily="34" charset="0"/>
        </a:defRPr>
      </a:lvl1pPr>
      <a:lvl2pPr algn="l" defTabSz="2952750" rtl="0" eaLnBrk="1" fontAlgn="base" hangingPunct="1">
        <a:lnSpc>
          <a:spcPct val="105000"/>
        </a:lnSpc>
        <a:spcBef>
          <a:spcPct val="60000"/>
        </a:spcBef>
        <a:spcAft>
          <a:spcPct val="0"/>
        </a:spcAft>
        <a:defRPr sz="8100">
          <a:solidFill>
            <a:schemeClr val="bg1"/>
          </a:solidFill>
          <a:latin typeface="Rdg Vesta" pitchFamily="2" charset="0"/>
        </a:defRPr>
      </a:lvl2pPr>
      <a:lvl3pPr algn="l" defTabSz="2952750" rtl="0" eaLnBrk="1" fontAlgn="base" hangingPunct="1">
        <a:lnSpc>
          <a:spcPct val="105000"/>
        </a:lnSpc>
        <a:spcBef>
          <a:spcPct val="60000"/>
        </a:spcBef>
        <a:spcAft>
          <a:spcPct val="0"/>
        </a:spcAft>
        <a:defRPr sz="8100">
          <a:solidFill>
            <a:schemeClr val="bg1"/>
          </a:solidFill>
          <a:latin typeface="Rdg Vesta" pitchFamily="2" charset="0"/>
        </a:defRPr>
      </a:lvl3pPr>
      <a:lvl4pPr algn="l" defTabSz="2952750" rtl="0" eaLnBrk="1" fontAlgn="base" hangingPunct="1">
        <a:lnSpc>
          <a:spcPct val="105000"/>
        </a:lnSpc>
        <a:spcBef>
          <a:spcPct val="60000"/>
        </a:spcBef>
        <a:spcAft>
          <a:spcPct val="0"/>
        </a:spcAft>
        <a:defRPr sz="8100">
          <a:solidFill>
            <a:schemeClr val="bg1"/>
          </a:solidFill>
          <a:latin typeface="Rdg Vesta" pitchFamily="2" charset="0"/>
        </a:defRPr>
      </a:lvl4pPr>
      <a:lvl5pPr algn="l" defTabSz="2952750" rtl="0" eaLnBrk="1" fontAlgn="base" hangingPunct="1">
        <a:lnSpc>
          <a:spcPct val="105000"/>
        </a:lnSpc>
        <a:spcBef>
          <a:spcPct val="60000"/>
        </a:spcBef>
        <a:spcAft>
          <a:spcPct val="0"/>
        </a:spcAft>
        <a:defRPr sz="8100">
          <a:solidFill>
            <a:schemeClr val="bg1"/>
          </a:solidFill>
          <a:latin typeface="Rdg Vesta" pitchFamily="2" charset="0"/>
        </a:defRPr>
      </a:lvl5pPr>
      <a:lvl6pPr marL="457200" algn="l" defTabSz="2952750" rtl="0" eaLnBrk="1" fontAlgn="base" hangingPunct="1">
        <a:lnSpc>
          <a:spcPct val="105000"/>
        </a:lnSpc>
        <a:spcBef>
          <a:spcPct val="60000"/>
        </a:spcBef>
        <a:spcAft>
          <a:spcPct val="0"/>
        </a:spcAft>
        <a:defRPr sz="8100">
          <a:solidFill>
            <a:schemeClr val="bg1"/>
          </a:solidFill>
          <a:latin typeface="Rdg Vesta" pitchFamily="2" charset="0"/>
        </a:defRPr>
      </a:lvl6pPr>
      <a:lvl7pPr marL="914400" algn="l" defTabSz="2952750" rtl="0" eaLnBrk="1" fontAlgn="base" hangingPunct="1">
        <a:lnSpc>
          <a:spcPct val="105000"/>
        </a:lnSpc>
        <a:spcBef>
          <a:spcPct val="60000"/>
        </a:spcBef>
        <a:spcAft>
          <a:spcPct val="0"/>
        </a:spcAft>
        <a:defRPr sz="8100">
          <a:solidFill>
            <a:schemeClr val="bg1"/>
          </a:solidFill>
          <a:latin typeface="Rdg Vesta" pitchFamily="2" charset="0"/>
        </a:defRPr>
      </a:lvl7pPr>
      <a:lvl8pPr marL="1371600" algn="l" defTabSz="2952750" rtl="0" eaLnBrk="1" fontAlgn="base" hangingPunct="1">
        <a:lnSpc>
          <a:spcPct val="105000"/>
        </a:lnSpc>
        <a:spcBef>
          <a:spcPct val="60000"/>
        </a:spcBef>
        <a:spcAft>
          <a:spcPct val="0"/>
        </a:spcAft>
        <a:defRPr sz="8100">
          <a:solidFill>
            <a:schemeClr val="bg1"/>
          </a:solidFill>
          <a:latin typeface="Rdg Vesta" pitchFamily="2" charset="0"/>
        </a:defRPr>
      </a:lvl8pPr>
      <a:lvl9pPr marL="1828800" algn="l" defTabSz="2952750" rtl="0" eaLnBrk="1" fontAlgn="base" hangingPunct="1">
        <a:lnSpc>
          <a:spcPct val="105000"/>
        </a:lnSpc>
        <a:spcBef>
          <a:spcPct val="60000"/>
        </a:spcBef>
        <a:spcAft>
          <a:spcPct val="0"/>
        </a:spcAft>
        <a:defRPr sz="8100">
          <a:solidFill>
            <a:schemeClr val="bg1"/>
          </a:solidFill>
          <a:latin typeface="Rdg Vesta" pitchFamily="2" charset="0"/>
        </a:defRPr>
      </a:lvl9pPr>
    </p:titleStyle>
    <p:bodyStyle>
      <a:lvl1pPr marL="455613" indent="-455613" algn="l" defTabSz="2952750" rtl="0" eaLnBrk="1" fontAlgn="base" hangingPunct="1">
        <a:lnSpc>
          <a:spcPct val="125000"/>
        </a:lnSpc>
        <a:spcBef>
          <a:spcPct val="60000"/>
        </a:spcBef>
        <a:spcAft>
          <a:spcPct val="0"/>
        </a:spcAft>
        <a:buClr>
          <a:schemeClr val="tx2"/>
        </a:buClr>
        <a:buChar char="•"/>
        <a:defRPr sz="2600">
          <a:solidFill>
            <a:schemeClr val="tx1"/>
          </a:solidFill>
          <a:latin typeface="Arial" panose="020B0604020202020204" pitchFamily="34" charset="0"/>
          <a:ea typeface="+mn-ea"/>
          <a:cs typeface="Arial" panose="020B0604020202020204" pitchFamily="34" charset="0"/>
        </a:defRPr>
      </a:lvl1pPr>
      <a:lvl2pPr marL="1000125" indent="-457200" algn="l" defTabSz="2952750" rtl="0" eaLnBrk="1" fontAlgn="base" hangingPunct="1">
        <a:lnSpc>
          <a:spcPct val="125000"/>
        </a:lnSpc>
        <a:spcBef>
          <a:spcPct val="40000"/>
        </a:spcBef>
        <a:spcAft>
          <a:spcPct val="0"/>
        </a:spcAft>
        <a:buClr>
          <a:schemeClr val="tx2"/>
        </a:buClr>
        <a:buChar char="•"/>
        <a:defRPr sz="2600">
          <a:solidFill>
            <a:schemeClr val="tx1"/>
          </a:solidFill>
          <a:latin typeface="Arial" panose="020B0604020202020204" pitchFamily="34" charset="0"/>
          <a:cs typeface="Arial" panose="020B0604020202020204" pitchFamily="34" charset="0"/>
        </a:defRPr>
      </a:lvl2pPr>
      <a:lvl3pPr marL="1331913" indent="-342900" algn="l" defTabSz="2952750" rtl="0" eaLnBrk="1" fontAlgn="base" hangingPunct="1">
        <a:lnSpc>
          <a:spcPct val="125000"/>
        </a:lnSpc>
        <a:spcBef>
          <a:spcPct val="30000"/>
        </a:spcBef>
        <a:spcAft>
          <a:spcPct val="0"/>
        </a:spcAft>
        <a:buClr>
          <a:schemeClr val="tx2"/>
        </a:buClr>
        <a:buChar char="•"/>
        <a:defRPr sz="2200">
          <a:solidFill>
            <a:schemeClr val="tx1"/>
          </a:solidFill>
          <a:latin typeface="Arial" panose="020B0604020202020204" pitchFamily="34" charset="0"/>
          <a:cs typeface="Arial" panose="020B0604020202020204" pitchFamily="34" charset="0"/>
        </a:defRPr>
      </a:lvl3pPr>
      <a:lvl4pPr marL="1644650" indent="-301625" algn="l" defTabSz="2952750" rtl="0" eaLnBrk="1" fontAlgn="base" hangingPunct="1">
        <a:lnSpc>
          <a:spcPct val="125000"/>
        </a:lnSpc>
        <a:spcBef>
          <a:spcPct val="40000"/>
        </a:spcBef>
        <a:spcAft>
          <a:spcPct val="0"/>
        </a:spcAft>
        <a:buClr>
          <a:schemeClr val="tx2"/>
        </a:buClr>
        <a:buChar char="•"/>
        <a:defRPr sz="2000">
          <a:solidFill>
            <a:schemeClr val="tx1"/>
          </a:solidFill>
          <a:latin typeface="Arial" panose="020B0604020202020204" pitchFamily="34" charset="0"/>
          <a:cs typeface="Arial" panose="020B0604020202020204" pitchFamily="34" charset="0"/>
        </a:defRPr>
      </a:lvl4pPr>
      <a:lvl5pPr marL="2562225" indent="-738188" algn="l" defTabSz="2952750" rtl="0" eaLnBrk="1" fontAlgn="base" hangingPunct="1">
        <a:lnSpc>
          <a:spcPct val="125000"/>
        </a:lnSpc>
        <a:spcBef>
          <a:spcPct val="60000"/>
        </a:spcBef>
        <a:spcAft>
          <a:spcPct val="0"/>
        </a:spcAft>
        <a:buChar char="»"/>
        <a:defRPr>
          <a:solidFill>
            <a:schemeClr val="tx1"/>
          </a:solidFill>
          <a:latin typeface="+mn-lt"/>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bwMode="auto">
          <a:xfrm>
            <a:off x="323850" y="5635625"/>
            <a:ext cx="10217149" cy="24120052"/>
          </a:xfrm>
          <a:prstGeom prst="rect">
            <a:avLst/>
          </a:prstGeom>
          <a:noFill/>
          <a:ln w="9525">
            <a:noFill/>
            <a:miter lim="800000"/>
            <a:headEnd/>
            <a:tailEnd/>
          </a:ln>
          <a:effectLst/>
        </p:spPr>
        <p:txBody>
          <a:bodyPr lIns="0" tIns="0" rIns="0" bIns="0"/>
          <a:lstStyle/>
          <a:p>
            <a:pPr marL="446088" indent="-446088">
              <a:spcBef>
                <a:spcPts val="0"/>
              </a:spcBef>
              <a:buNone/>
            </a:pPr>
            <a:r>
              <a:rPr lang="en-GB" sz="3300" b="1"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Abstract</a:t>
            </a:r>
          </a:p>
          <a:p>
            <a:pPr marL="358775" indent="-358775" algn="just">
              <a:spcBef>
                <a:spcPts val="600"/>
              </a:spcBef>
              <a:buNone/>
            </a:pPr>
            <a:r>
              <a:rPr lang="en-US" sz="2000" dirty="0"/>
              <a:t>      </a:t>
            </a:r>
            <a:r>
              <a:rPr lang="en-US" sz="1400" dirty="0">
                <a:latin typeface="+mn-lt"/>
              </a:rPr>
              <a:t>This project presents a Passive Cooling System for Homes that reduces indoor temperature using natural cooling techniques such as thermal insulation, reflective materials, shading, and natural ventilation. An ESP32-based monitoring system with DS18B20 temperature sensors records indoor and outdoor temperatures for performance analysis. Experimental results show that the system reduces indoor temperature by 5–7°C, improving thermal comfort while reducing energy consumption. The proposed system is a low-cost, eco-friendly, and sustainable solution for residential buildings in tropical regions</a:t>
            </a: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Problem Statement</a:t>
            </a:r>
          </a:p>
          <a:p>
            <a:pPr marL="358775" indent="-358775" algn="just">
              <a:spcBef>
                <a:spcPts val="600"/>
              </a:spcBef>
              <a:buNone/>
            </a:pPr>
            <a:r>
              <a:rPr lang="en-US" sz="1400" dirty="0">
                <a:latin typeface="+mn-lt"/>
              </a:rPr>
              <a:t>       Residential buildings in tropical regions consume significant electrical energy for air conditioning. Conventional cooling systems increase electricity bills and greenhouse gas emissions. There is a need for an affordable, energy-efficient cooling solution that maintains indoor comfort without relying on mechanical cooling systems</a:t>
            </a:r>
          </a:p>
          <a:p>
            <a:pPr marL="358775" indent="-358775" algn="just">
              <a:spcBef>
                <a:spcPts val="600"/>
              </a:spcBef>
              <a:buNone/>
            </a:pPr>
            <a:r>
              <a:rPr lang="en-US" sz="1400" b="1" kern="1200" dirty="0">
                <a:solidFill>
                  <a:schemeClr val="tx2"/>
                </a:solidFill>
                <a:latin typeface="+mn-lt"/>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Need for the Project</a:t>
            </a:r>
          </a:p>
          <a:p>
            <a:pPr marL="358775" indent="-358775" algn="just">
              <a:spcBef>
                <a:spcPts val="600"/>
              </a:spcBef>
              <a:buNone/>
            </a:pPr>
            <a:r>
              <a:rPr lang="en-US" sz="2000" dirty="0"/>
              <a:t>       </a:t>
            </a:r>
            <a:r>
              <a:rPr lang="en-US" sz="1400" dirty="0">
                <a:latin typeface="+mn-lt"/>
              </a:rPr>
              <a:t>The project is needed to reduce indoor temperature naturally, minimize electricity consumption, improve thermal comfort, and provide a cost-effective, energy-efficient, and environmentally friendly cooling solution for homes in tropical regions</a:t>
            </a:r>
            <a:r>
              <a:rPr lang="en-US" sz="1400" b="1" dirty="0">
                <a:latin typeface="+mn-lt"/>
              </a:rPr>
              <a:t>.</a:t>
            </a:r>
            <a:r>
              <a:rPr lang="en-US" sz="1400" dirty="0">
                <a:latin typeface="+mn-lt"/>
              </a:rPr>
              <a:t> </a:t>
            </a:r>
            <a:endParaRPr lang="en-GB" sz="1400" dirty="0">
              <a:latin typeface="+mn-lt"/>
            </a:endParaRPr>
          </a:p>
          <a:p>
            <a:pPr marL="358775" indent="-358775" algn="just">
              <a:spcBef>
                <a:spcPts val="600"/>
              </a:spcBef>
              <a:buNone/>
            </a:pPr>
            <a:r>
              <a:rPr lang="en-GB" sz="2400" b="1" kern="1200" dirty="0">
                <a:solidFill>
                  <a:schemeClr val="tx2"/>
                </a:solidFill>
                <a:latin typeface="+mn-lt"/>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Objectives</a:t>
            </a:r>
          </a:p>
          <a:p>
            <a:pPr algn="just"/>
            <a:r>
              <a:rPr lang="en-US" sz="2000" dirty="0"/>
              <a:t>          </a:t>
            </a:r>
            <a:r>
              <a:rPr lang="en-US" sz="1400" dirty="0">
                <a:latin typeface="+mn-lt"/>
              </a:rPr>
              <a:t>To design a low-cost passive cooling system for residential buildings. </a:t>
            </a:r>
          </a:p>
          <a:p>
            <a:pPr algn="just"/>
            <a:r>
              <a:rPr lang="en-US" sz="1400" dirty="0">
                <a:latin typeface="+mn-lt"/>
              </a:rPr>
              <a:t>           To monitor indoor and outdoor temperatures using an ESP32-based system.  </a:t>
            </a:r>
          </a:p>
          <a:p>
            <a:pPr algn="just"/>
            <a:r>
              <a:rPr lang="en-US" sz="1400" dirty="0">
                <a:latin typeface="+mn-lt"/>
              </a:rPr>
              <a:t>           To improve thermal comfort while reducing energy consumption. </a:t>
            </a:r>
            <a:endParaRPr lang="en-GB" sz="1400" dirty="0">
              <a:latin typeface="+mn-lt"/>
            </a:endParaRPr>
          </a:p>
          <a:p>
            <a:pPr algn="just"/>
            <a:r>
              <a:rPr lang="en-GB" sz="2400" b="1" kern="1200" dirty="0">
                <a:solidFill>
                  <a:schemeClr val="tx2"/>
                </a:solidFill>
                <a:latin typeface="+mj-lt"/>
                <a:cs typeface="Arial" panose="020B0604020202020204" pitchFamily="34" charset="0"/>
              </a:rPr>
              <a:t>    Expected Learning Outcomes</a:t>
            </a:r>
          </a:p>
          <a:p>
            <a:r>
              <a:rPr lang="en-US" sz="1600" dirty="0"/>
              <a:t>           </a:t>
            </a:r>
            <a:r>
              <a:rPr lang="en-US" sz="1600" dirty="0">
                <a:latin typeface="+mn-lt"/>
              </a:rPr>
              <a:t>  </a:t>
            </a:r>
            <a:r>
              <a:rPr lang="en-US" sz="1400" dirty="0">
                <a:latin typeface="+mn-lt"/>
              </a:rPr>
              <a:t>Achieve a 5–7°C reduction in indoor temperature. </a:t>
            </a:r>
          </a:p>
          <a:p>
            <a:r>
              <a:rPr lang="en-US" sz="1400" dirty="0">
                <a:latin typeface="+mn-lt"/>
              </a:rPr>
              <a:t>           Improve thermal comfort with reduced energy consumption.</a:t>
            </a:r>
          </a:p>
          <a:p>
            <a:r>
              <a:rPr lang="en-US" sz="2400" b="1" kern="1200" dirty="0">
                <a:solidFill>
                  <a:schemeClr val="tx2"/>
                </a:solidFill>
                <a:latin typeface="+mn-lt"/>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System Requirements</a:t>
            </a:r>
          </a:p>
          <a:p>
            <a:pPr marL="358775" indent="-358775">
              <a:spcBef>
                <a:spcPts val="1000"/>
              </a:spcBef>
              <a:buNone/>
            </a:pPr>
            <a:r>
              <a:rPr lang="en-GB" sz="2200" b="1" kern="1200" dirty="0">
                <a:latin typeface="+mn-lt"/>
              </a:rPr>
              <a:t>     </a:t>
            </a:r>
            <a:r>
              <a:rPr lang="en-GB" sz="1400" b="1" kern="1200" dirty="0">
                <a:latin typeface="+mn-lt"/>
              </a:rPr>
              <a:t>Hardware:</a:t>
            </a:r>
            <a:r>
              <a:rPr lang="en-US" sz="1400" dirty="0">
                <a:latin typeface="+mn-lt"/>
              </a:rPr>
              <a:t>The hardware consists of an ESP32 microcontroller, two DS18B20 temperature sensors, a DS3231 RTC module, an SD card module, a power supply, and connecting wires for temperature monitoring and data logging. </a:t>
            </a:r>
          </a:p>
          <a:p>
            <a:pPr marL="357000">
              <a:spcBef>
                <a:spcPts val="600"/>
              </a:spcBef>
            </a:pPr>
            <a:r>
              <a:rPr lang="en-GB" sz="1400" b="1" kern="1200" dirty="0">
                <a:latin typeface="+mn-lt"/>
              </a:rPr>
              <a:t>Software</a:t>
            </a:r>
            <a:r>
              <a:rPr lang="en-GB" sz="1400" b="1" dirty="0">
                <a:latin typeface="+mn-lt"/>
              </a:rPr>
              <a:t>:</a:t>
            </a:r>
            <a:r>
              <a:rPr lang="en-US" sz="1400" dirty="0">
                <a:latin typeface="+mn-lt"/>
              </a:rPr>
              <a:t>The software includes Arduino IDE for programming the ESP32, Embedded C for code development, and Microsoft Excel for analyzing the recorded temperature data.</a:t>
            </a:r>
            <a:r>
              <a:rPr lang="en-US" sz="1600" dirty="0">
                <a:latin typeface="+mn-lt"/>
              </a:rPr>
              <a:t> </a:t>
            </a:r>
            <a:endParaRPr lang="en-GB" sz="1600" dirty="0">
              <a:latin typeface="+mn-lt"/>
            </a:endParaRPr>
          </a:p>
          <a:p>
            <a:pPr marL="357000">
              <a:spcBef>
                <a:spcPts val="600"/>
              </a:spcBef>
            </a:pPr>
            <a:r>
              <a:rPr lang="en-GB" sz="2400" b="1" kern="1200" dirty="0">
                <a:solidFill>
                  <a:schemeClr val="tx2"/>
                </a:solidFill>
                <a:latin typeface="Arial" panose="020B0604020202020204" pitchFamily="34" charset="0"/>
                <a:cs typeface="Arial" panose="020B0604020202020204" pitchFamily="34" charset="0"/>
              </a:rPr>
              <a:t>Methodology / Workflow</a:t>
            </a:r>
          </a:p>
          <a:p>
            <a:pPr marL="358775" indent="-358775">
              <a:spcBef>
                <a:spcPts val="600"/>
              </a:spcBef>
              <a:buNone/>
            </a:pPr>
            <a:r>
              <a:rPr lang="en-US" sz="1400" dirty="0"/>
              <a:t>         </a:t>
            </a:r>
            <a:r>
              <a:rPr lang="en-US" sz="1400" dirty="0">
                <a:latin typeface="+mn-lt"/>
              </a:rPr>
              <a:t>Literature Survey → System Design → Prototype Development → ESP32 &amp; Sensor Integration → Temperature Monitoring → Data Logging → Performance Analysis → Results &amp; Conclusion</a:t>
            </a:r>
            <a:endParaRPr lang="en-GB" sz="1400" dirty="0">
              <a:latin typeface="+mn-lt"/>
            </a:endParaRPr>
          </a:p>
          <a:p>
            <a:pPr marL="358775" indent="-358775">
              <a:spcBef>
                <a:spcPts val="600"/>
              </a:spcBef>
              <a:buNone/>
            </a:pPr>
            <a:r>
              <a:rPr lang="en-GB" sz="1400" b="1" kern="1200" dirty="0">
                <a:solidFill>
                  <a:schemeClr val="tx2"/>
                </a:solidFill>
                <a:latin typeface="+mn-lt"/>
                <a:cs typeface="Arial" panose="020B0604020202020204" pitchFamily="34" charset="0"/>
              </a:rPr>
              <a:t>       </a:t>
            </a:r>
            <a:r>
              <a:rPr lang="en-GB" sz="2400" b="1" kern="1200" dirty="0">
                <a:solidFill>
                  <a:schemeClr val="tx2"/>
                </a:solidFill>
                <a:latin typeface="+mn-lt"/>
                <a:cs typeface="Arial" panose="020B0604020202020204" pitchFamily="34" charset="0"/>
              </a:rPr>
              <a:t>System Architecture</a:t>
            </a:r>
          </a:p>
          <a:p>
            <a:pPr marL="358775" indent="-358775">
              <a:spcBef>
                <a:spcPts val="600"/>
              </a:spcBef>
              <a:buNone/>
            </a:pPr>
            <a:endParaRPr lang="en-GB" sz="2400" kern="1200" dirty="0">
              <a:latin typeface="+mn-lt"/>
            </a:endParaRPr>
          </a:p>
          <a:p>
            <a:pPr>
              <a:spcBef>
                <a:spcPts val="900"/>
              </a:spcBef>
            </a:pPr>
            <a:endParaRPr lang="en-GB" sz="1000" dirty="0"/>
          </a:p>
          <a:p>
            <a:pPr>
              <a:spcBef>
                <a:spcPts val="900"/>
              </a:spcBef>
            </a:pPr>
            <a:endParaRPr lang="en-GB" sz="1000" dirty="0"/>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Block Diagram</a:t>
            </a:r>
          </a:p>
          <a:p>
            <a:pPr>
              <a:spcBef>
                <a:spcPts val="900"/>
              </a:spcBef>
            </a:pPr>
            <a:endParaRPr lang="en-GB" sz="1000" dirty="0"/>
          </a:p>
          <a:p>
            <a:pPr>
              <a:spcBef>
                <a:spcPts val="900"/>
              </a:spcBef>
            </a:pPr>
            <a:endParaRPr lang="en-GB" sz="1000" dirty="0"/>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endParaRPr lang="en-GB" sz="3300" b="1" kern="1200" dirty="0">
              <a:solidFill>
                <a:schemeClr val="tx2"/>
              </a:solidFill>
              <a:latin typeface="Arial" panose="020B0604020202020204" pitchFamily="34" charset="0"/>
              <a:cs typeface="Arial" panose="020B0604020202020204" pitchFamily="34" charset="0"/>
            </a:endParaRPr>
          </a:p>
          <a:p>
            <a:pPr marL="446088" indent="-446088">
              <a:spcBef>
                <a:spcPts val="2600"/>
              </a:spcBef>
              <a:buNone/>
            </a:pP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Development Process</a:t>
            </a:r>
          </a:p>
          <a:p>
            <a:pPr marL="358775" indent="-358775" algn="just">
              <a:spcBef>
                <a:spcPts val="600"/>
              </a:spcBef>
              <a:buNone/>
            </a:pPr>
            <a:r>
              <a:rPr lang="en-IN" sz="1600" dirty="0"/>
              <a:t>         </a:t>
            </a:r>
            <a:r>
              <a:rPr lang="en-IN" sz="1400" dirty="0">
                <a:latin typeface="+mn-lt"/>
              </a:rPr>
              <a:t>Problem Identification → Literature Survey → System Design → Prototype Development → Hardware Integration → Testing→ Result Analysis → Conclusion</a:t>
            </a:r>
            <a:r>
              <a:rPr lang="en-GB" sz="3300" kern="1200" dirty="0">
                <a:solidFill>
                  <a:schemeClr val="tx2"/>
                </a:solidFill>
                <a:latin typeface="Arial" panose="020B0604020202020204" pitchFamily="34" charset="0"/>
                <a:cs typeface="Arial" panose="020B0604020202020204" pitchFamily="34" charset="0"/>
              </a:rPr>
              <a:t>	</a:t>
            </a:r>
          </a:p>
          <a:p>
            <a:pPr marL="358775" indent="-358775" algn="just">
              <a:spcBef>
                <a:spcPts val="600"/>
              </a:spcBef>
              <a:buNone/>
            </a:pPr>
            <a:r>
              <a:rPr lang="en-GB" sz="3300" b="1" dirty="0">
                <a:solidFill>
                  <a:schemeClr val="tx2"/>
                </a:solidFill>
                <a:latin typeface="Arial" panose="020B0604020202020204" pitchFamily="34" charset="0"/>
                <a:cs typeface="Arial" panose="020B0604020202020204" pitchFamily="34" charset="0"/>
              </a:rPr>
              <a:t>  </a:t>
            </a:r>
            <a:r>
              <a:rPr lang="en-GB" sz="33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Implementation</a:t>
            </a:r>
          </a:p>
          <a:p>
            <a:pPr marL="358775" indent="-358775" algn="just">
              <a:spcBef>
                <a:spcPts val="600"/>
              </a:spcBef>
              <a:buNone/>
            </a:pPr>
            <a:r>
              <a:rPr lang="en-US" sz="1400" dirty="0">
                <a:latin typeface="+mn-lt"/>
              </a:rPr>
              <a:t>       The passive cooling prototype was developed using thermal insulation, reflective roofing, and natural ventilation techniques. An ESP32-based monitoring system with DS18B20 temperature sensors was integrated to measure and record indoor and outdoor temperatures for performance evaluation.</a:t>
            </a:r>
            <a:r>
              <a:rPr lang="en-GB" sz="1900" kern="1200" dirty="0"/>
              <a:t>.</a:t>
            </a:r>
            <a:endParaRPr lang="en-GB" sz="10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Algorithms / Models Used</a:t>
            </a:r>
          </a:p>
          <a:p>
            <a:pPr marL="714375" indent="-357375">
              <a:spcBef>
                <a:spcPts val="600"/>
              </a:spcBef>
              <a:buFont typeface="Arial" pitchFamily="34" charset="0"/>
              <a:buChar char="•"/>
            </a:pPr>
            <a:r>
              <a:rPr lang="en-GB" sz="1400" b="1" kern="1200" dirty="0">
                <a:latin typeface="+mn-lt"/>
              </a:rPr>
              <a:t>Algorithm / model 1</a:t>
            </a:r>
            <a:r>
              <a:rPr lang="en-GB" sz="1400" kern="1200" dirty="0">
                <a:latin typeface="+mn-lt"/>
              </a:rPr>
              <a:t>:</a:t>
            </a:r>
            <a:r>
              <a:rPr lang="en-IN" sz="1400" dirty="0">
                <a:latin typeface="+mn-lt"/>
              </a:rPr>
              <a:t>Passive Cooling Technique (Natural Ventilation &amp; Thermal Insulation)</a:t>
            </a:r>
            <a:endParaRPr lang="en-GB" sz="1400" kern="1200" dirty="0">
              <a:latin typeface="+mn-lt"/>
            </a:endParaRPr>
          </a:p>
          <a:p>
            <a:pPr marL="714375" indent="-357375">
              <a:spcBef>
                <a:spcPts val="600"/>
              </a:spcBef>
              <a:buFont typeface="Arial" pitchFamily="34" charset="0"/>
              <a:buChar char="•"/>
            </a:pPr>
            <a:r>
              <a:rPr lang="en-GB" sz="1400" b="1" kern="1200" dirty="0">
                <a:latin typeface="+mn-lt"/>
              </a:rPr>
              <a:t>Algorithm / model 2:</a:t>
            </a:r>
            <a:r>
              <a:rPr lang="en-US" sz="1400" dirty="0">
                <a:latin typeface="+mn-lt"/>
              </a:rPr>
              <a:t>ESP32-Based Temperature Monitoring and Data Logging System</a:t>
            </a:r>
            <a:endParaRPr lang="en-GB" sz="1400" b="1" kern="1200" dirty="0">
              <a:latin typeface="+mn-lt"/>
            </a:endParaRPr>
          </a:p>
        </p:txBody>
      </p:sp>
      <p:sp>
        <p:nvSpPr>
          <p:cNvPr id="2054" name="Rectangle 2"/>
          <p:cNvSpPr>
            <a:spLocks noGrp="1" noChangeArrowheads="1"/>
          </p:cNvSpPr>
          <p:nvPr>
            <p:ph type="title"/>
          </p:nvPr>
        </p:nvSpPr>
        <p:spPr>
          <a:xfrm>
            <a:off x="829098" y="760484"/>
            <a:ext cx="20038590" cy="3960291"/>
          </a:xfrm>
        </p:spPr>
        <p:txBody>
          <a:bodyPr/>
          <a:lstStyle/>
          <a:p>
            <a:r>
              <a:rPr lang="en-IN" dirty="0"/>
              <a:t>PASSIVE COOLING SYSTEM FOR HOMES</a:t>
            </a:r>
            <a:br>
              <a:rPr lang="en-GB" dirty="0"/>
            </a:br>
            <a:endParaRPr lang="en-GB" dirty="0"/>
          </a:p>
        </p:txBody>
      </p:sp>
      <p:sp>
        <p:nvSpPr>
          <p:cNvPr id="2051" name="Text Box 7"/>
          <p:cNvSpPr txBox="1">
            <a:spLocks noChangeArrowheads="1"/>
          </p:cNvSpPr>
          <p:nvPr/>
        </p:nvSpPr>
        <p:spPr bwMode="auto">
          <a:xfrm>
            <a:off x="11377613" y="24427287"/>
            <a:ext cx="9253537" cy="3314566"/>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spAutoFit/>
          </a:bodyPr>
          <a:lstStyle/>
          <a:p>
            <a:pPr marL="266700" indent="-266700" defTabSz="912813" eaLnBrk="0" hangingPunct="0">
              <a:spcBef>
                <a:spcPts val="1600"/>
              </a:spcBef>
            </a:pPr>
            <a:r>
              <a:rPr lang="en-GB" sz="2000" b="1" dirty="0">
                <a:solidFill>
                  <a:schemeClr val="tx2"/>
                </a:solidFill>
                <a:latin typeface="Arial" panose="020B0604020202020204" pitchFamily="34" charset="0"/>
                <a:cs typeface="Arial" panose="020B0604020202020204" pitchFamily="34" charset="0"/>
              </a:rPr>
              <a:t>References</a:t>
            </a:r>
          </a:p>
          <a:p>
            <a:pPr marL="266700" indent="-266700" defTabSz="912813" eaLnBrk="0" hangingPunct="0">
              <a:lnSpc>
                <a:spcPct val="125000"/>
              </a:lnSpc>
              <a:spcBef>
                <a:spcPct val="30000"/>
              </a:spcBef>
              <a:buClr>
                <a:schemeClr val="tx2"/>
              </a:buClr>
              <a:buFontTx/>
              <a:buAutoNum type="arabicPeriod"/>
            </a:pPr>
            <a:r>
              <a:rPr lang="en-US" sz="1600" dirty="0">
                <a:latin typeface="+mn-lt"/>
              </a:rPr>
              <a:t>A. </a:t>
            </a:r>
            <a:r>
              <a:rPr lang="en-US" sz="1600" dirty="0" err="1">
                <a:latin typeface="+mn-lt"/>
              </a:rPr>
              <a:t>Bahga</a:t>
            </a:r>
            <a:r>
              <a:rPr lang="en-US" sz="1600" dirty="0">
                <a:latin typeface="+mn-lt"/>
              </a:rPr>
              <a:t> and V. </a:t>
            </a:r>
            <a:r>
              <a:rPr lang="en-US" sz="1600" dirty="0" err="1">
                <a:latin typeface="+mn-lt"/>
              </a:rPr>
              <a:t>Madisetti</a:t>
            </a:r>
            <a:r>
              <a:rPr lang="en-US" sz="1600" dirty="0">
                <a:latin typeface="+mn-lt"/>
              </a:rPr>
              <a:t>, </a:t>
            </a:r>
            <a:r>
              <a:rPr lang="en-US" sz="1600" i="1" dirty="0">
                <a:latin typeface="+mn-lt"/>
              </a:rPr>
              <a:t>Internet of Things: A Hands-On Approach</a:t>
            </a:r>
            <a:r>
              <a:rPr lang="en-US" sz="1600" dirty="0">
                <a:latin typeface="+mn-lt"/>
              </a:rPr>
              <a:t>. Hyderabad, India: Universities Press, 2015.</a:t>
            </a:r>
          </a:p>
          <a:p>
            <a:pPr marL="266700" indent="-266700" defTabSz="912813" eaLnBrk="0" hangingPunct="0">
              <a:lnSpc>
                <a:spcPct val="125000"/>
              </a:lnSpc>
              <a:spcBef>
                <a:spcPct val="30000"/>
              </a:spcBef>
              <a:buClr>
                <a:schemeClr val="tx2"/>
              </a:buClr>
              <a:buFontTx/>
              <a:buAutoNum type="arabicPeriod"/>
            </a:pPr>
            <a:r>
              <a:rPr lang="en-US" sz="1600" dirty="0">
                <a:latin typeface="+mn-lt"/>
              </a:rPr>
              <a:t>Passive Cooling of Buildings B. </a:t>
            </a:r>
            <a:r>
              <a:rPr lang="en-US" sz="1600" dirty="0" err="1">
                <a:latin typeface="+mn-lt"/>
              </a:rPr>
              <a:t>Givoni</a:t>
            </a:r>
            <a:r>
              <a:rPr lang="en-US" sz="1600" dirty="0">
                <a:latin typeface="+mn-lt"/>
              </a:rPr>
              <a:t>, </a:t>
            </a:r>
            <a:r>
              <a:rPr lang="en-US" sz="1600" i="1" dirty="0">
                <a:latin typeface="+mn-lt"/>
              </a:rPr>
              <a:t>Passive Cooling of Buildings</a:t>
            </a:r>
            <a:r>
              <a:rPr lang="en-US" sz="1600" dirty="0">
                <a:latin typeface="+mn-lt"/>
              </a:rPr>
              <a:t>. New York, NY: Wiley, 1994</a:t>
            </a:r>
          </a:p>
          <a:p>
            <a:pPr marL="266700" indent="-266700" defTabSz="912813" eaLnBrk="0" hangingPunct="0">
              <a:lnSpc>
                <a:spcPct val="125000"/>
              </a:lnSpc>
              <a:spcBef>
                <a:spcPct val="30000"/>
              </a:spcBef>
              <a:buClr>
                <a:schemeClr val="tx2"/>
              </a:buClr>
              <a:buFontTx/>
              <a:buAutoNum type="arabicPeriod"/>
            </a:pPr>
            <a:r>
              <a:rPr lang="en-IN" sz="1600" dirty="0">
                <a:latin typeface="+mn-lt"/>
              </a:rPr>
              <a:t>ESPRESSIF Systems, </a:t>
            </a:r>
            <a:r>
              <a:rPr lang="en-IN" sz="1600" i="1" dirty="0">
                <a:latin typeface="+mn-lt"/>
              </a:rPr>
              <a:t>ESP32 Series Datasheet</a:t>
            </a:r>
            <a:r>
              <a:rPr lang="en-IN" sz="1600" dirty="0">
                <a:latin typeface="+mn-lt"/>
              </a:rPr>
              <a:t>, </a:t>
            </a:r>
            <a:r>
              <a:rPr lang="en-IN" sz="1600" dirty="0" err="1">
                <a:latin typeface="+mn-lt"/>
              </a:rPr>
              <a:t>Espressif</a:t>
            </a:r>
            <a:r>
              <a:rPr lang="en-IN" sz="1600" dirty="0">
                <a:latin typeface="+mn-lt"/>
              </a:rPr>
              <a:t> Systems, China, 2023.</a:t>
            </a:r>
          </a:p>
          <a:p>
            <a:pPr defTabSz="912813" eaLnBrk="0" hangingPunct="0">
              <a:lnSpc>
                <a:spcPct val="125000"/>
              </a:lnSpc>
              <a:spcBef>
                <a:spcPct val="30000"/>
              </a:spcBef>
              <a:buClr>
                <a:schemeClr val="tx2"/>
              </a:buClr>
            </a:pPr>
            <a:r>
              <a:rPr lang="en-IN" sz="1600" b="1" dirty="0">
                <a:solidFill>
                  <a:schemeClr val="tx2"/>
                </a:solidFill>
                <a:latin typeface="Arial" panose="020B0604020202020204" pitchFamily="34" charset="0"/>
                <a:cs typeface="Arial" panose="020B0604020202020204" pitchFamily="34" charset="0"/>
              </a:rPr>
              <a:t> </a:t>
            </a:r>
            <a:r>
              <a:rPr lang="en-GB" sz="2000" b="1" dirty="0">
                <a:solidFill>
                  <a:schemeClr val="tx2"/>
                </a:solidFill>
                <a:latin typeface="Arial" panose="020B0604020202020204" pitchFamily="34" charset="0"/>
                <a:cs typeface="Arial" panose="020B0604020202020204" pitchFamily="34" charset="0"/>
              </a:rPr>
              <a:t>Acknowledgements</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US" sz="1600" dirty="0">
                <a:latin typeface="+mn-lt"/>
              </a:rPr>
              <a:t>Project Guide and Team Members for their valuable guidance and support</a:t>
            </a:r>
            <a:endParaRPr lang="en-GB" sz="1600" dirty="0">
              <a:latin typeface="+mn-lt"/>
              <a:cs typeface="Arial" panose="020B0604020202020204" pitchFamily="34" charset="0"/>
            </a:endParaRPr>
          </a:p>
        </p:txBody>
      </p:sp>
      <p:sp>
        <p:nvSpPr>
          <p:cNvPr id="2052" name="Text Box 8"/>
          <p:cNvSpPr txBox="1">
            <a:spLocks noChangeArrowheads="1"/>
          </p:cNvSpPr>
          <p:nvPr/>
        </p:nvSpPr>
        <p:spPr bwMode="auto">
          <a:xfrm>
            <a:off x="11377613" y="27957411"/>
            <a:ext cx="9253537" cy="1369418"/>
          </a:xfrm>
          <a:prstGeom prst="rect">
            <a:avLst/>
          </a:prstGeom>
          <a:solidFill>
            <a:schemeClr val="accent1">
              <a:lumMod val="20000"/>
              <a:lumOff val="80000"/>
            </a:schemeClr>
          </a:solidFill>
          <a:ln w="9525">
            <a:solidFill>
              <a:schemeClr val="tx2"/>
            </a:solidFill>
            <a:miter lim="800000"/>
            <a:headEnd/>
            <a:tailEnd/>
          </a:ln>
        </p:spPr>
        <p:txBody>
          <a:bodyPr lIns="287990" tIns="179993" rIns="0" bIns="179993" anchor="b">
            <a:spAutoFit/>
          </a:bodyPr>
          <a:lstStyle/>
          <a:p>
            <a:pPr marL="266700" indent="-266700" defTabSz="912813" eaLnBrk="0" hangingPunct="0">
              <a:spcBef>
                <a:spcPts val="1600"/>
              </a:spcBef>
            </a:pPr>
            <a:r>
              <a:rPr lang="en-GB" sz="1900" b="1" dirty="0">
                <a:solidFill>
                  <a:schemeClr val="tx2"/>
                </a:solidFill>
                <a:latin typeface="Arial" panose="020B0604020202020204" pitchFamily="34" charset="0"/>
                <a:cs typeface="Arial" panose="020B0604020202020204" pitchFamily="34" charset="0"/>
              </a:rPr>
              <a:t>Contact information</a:t>
            </a:r>
          </a:p>
          <a:p>
            <a:pPr marL="266700" indent="-266700" defTabSz="912813" eaLnBrk="0" hangingPunct="0">
              <a:lnSpc>
                <a:spcPct val="125000"/>
              </a:lnSpc>
              <a:spcBef>
                <a:spcPts val="500"/>
              </a:spcBef>
              <a:buClr>
                <a:schemeClr val="tx2"/>
              </a:buClr>
              <a:buFontTx/>
              <a:buChar char="•"/>
            </a:pPr>
            <a:r>
              <a:rPr lang="en-US" sz="1600" dirty="0">
                <a:latin typeface="+mn-lt"/>
              </a:rPr>
              <a:t>Department of Mechanical engineering, Knowledge Institute of Technology, Salem</a:t>
            </a:r>
          </a:p>
          <a:p>
            <a:pPr marL="266700" indent="-266700" defTabSz="912813" eaLnBrk="0" hangingPunct="0">
              <a:lnSpc>
                <a:spcPct val="125000"/>
              </a:lnSpc>
              <a:spcBef>
                <a:spcPts val="500"/>
              </a:spcBef>
              <a:buClr>
                <a:schemeClr val="tx2"/>
              </a:buClr>
              <a:buFontTx/>
              <a:buChar char="•"/>
            </a:pPr>
            <a:r>
              <a:rPr lang="en-GB" sz="1600" dirty="0">
                <a:latin typeface="Arial" panose="020B0604020202020204" pitchFamily="34" charset="0"/>
                <a:cs typeface="Arial" panose="020B0604020202020204" pitchFamily="34" charset="0"/>
              </a:rPr>
              <a:t>Email: 2k23me115@kiot.ac.in </a:t>
            </a:r>
            <a:r>
              <a:rPr lang="en-GB" sz="1600" b="1" dirty="0">
                <a:latin typeface="Arial" panose="020B0604020202020204" pitchFamily="34" charset="0"/>
                <a:cs typeface="Arial" panose="020B0604020202020204" pitchFamily="34" charset="0"/>
              </a:rPr>
              <a:t>|</a:t>
            </a:r>
            <a:r>
              <a:rPr lang="en-GB" sz="1600" b="1" dirty="0">
                <a:solidFill>
                  <a:schemeClr val="tx2"/>
                </a:solidFill>
                <a:latin typeface="Arial" panose="020B0604020202020204" pitchFamily="34" charset="0"/>
                <a:cs typeface="Arial" panose="020B0604020202020204" pitchFamily="34" charset="0"/>
              </a:rPr>
              <a:t> www.kiot.ac.in</a:t>
            </a:r>
            <a:endParaRPr lang="en-GB" sz="2000" b="1" dirty="0">
              <a:solidFill>
                <a:schemeClr val="tx2"/>
              </a:solidFill>
              <a:latin typeface="Arial" panose="020B0604020202020204" pitchFamily="34" charset="0"/>
              <a:cs typeface="Arial" panose="020B0604020202020204" pitchFamily="34" charset="0"/>
            </a:endParaRPr>
          </a:p>
        </p:txBody>
      </p:sp>
      <p:sp>
        <p:nvSpPr>
          <p:cNvPr id="2056" name="Rectangle 19"/>
          <p:cNvSpPr>
            <a:spLocks noChangeArrowheads="1"/>
          </p:cNvSpPr>
          <p:nvPr/>
        </p:nvSpPr>
        <p:spPr bwMode="auto">
          <a:xfrm>
            <a:off x="541066" y="27309339"/>
            <a:ext cx="3439346" cy="2446338"/>
          </a:xfrm>
          <a:prstGeom prst="rect">
            <a:avLst/>
          </a:prstGeom>
          <a:noFill/>
          <a:ln w="19050" cap="rnd">
            <a:solidFill>
              <a:schemeClr val="tx2"/>
            </a:solidFill>
            <a:prstDash val="sysDot"/>
            <a:miter lim="800000"/>
            <a:headEnd/>
            <a:tailEnd/>
          </a:ln>
        </p:spPr>
        <p:txBody>
          <a:bodyPr wrap="square" anchor="ctr"/>
          <a:lstStyle/>
          <a:p>
            <a:pPr algn="ctr"/>
            <a:r>
              <a:rPr lang="en-US" sz="1800" dirty="0">
                <a:solidFill>
                  <a:schemeClr val="tx2"/>
                </a:solidFill>
                <a:latin typeface="Arial" charset="0"/>
              </a:rPr>
              <a:t>[Insert QR Code]</a:t>
            </a:r>
          </a:p>
        </p:txBody>
      </p:sp>
      <p:sp>
        <p:nvSpPr>
          <p:cNvPr id="2057" name="Text Box 20"/>
          <p:cNvSpPr txBox="1">
            <a:spLocks noChangeArrowheads="1"/>
          </p:cNvSpPr>
          <p:nvPr/>
        </p:nvSpPr>
        <p:spPr bwMode="auto">
          <a:xfrm>
            <a:off x="6589738" y="27420913"/>
            <a:ext cx="3238500" cy="1508099"/>
          </a:xfrm>
          <a:prstGeom prst="rect">
            <a:avLst/>
          </a:prstGeom>
          <a:noFill/>
          <a:ln w="9525">
            <a:noFill/>
            <a:miter lim="800000"/>
            <a:headEnd/>
            <a:tailEnd/>
          </a:ln>
        </p:spPr>
        <p:txBody>
          <a:bodyPr lIns="91436" tIns="45717" rIns="91436" bIns="45717">
            <a:spAutoFit/>
          </a:bodyPr>
          <a:lstStyle/>
          <a:p>
            <a:r>
              <a:rPr lang="en-GB" sz="2000" b="1" dirty="0">
                <a:solidFill>
                  <a:schemeClr val="tx2"/>
                </a:solidFill>
                <a:latin typeface="Arial" panose="020B0604020202020204" pitchFamily="34" charset="0"/>
                <a:cs typeface="Arial" panose="020B0604020202020204" pitchFamily="34" charset="0"/>
              </a:rPr>
              <a:t>QR Code — Project Report (PDF) | Source Code Repository | Demonstration Video</a:t>
            </a:r>
            <a:endParaRPr lang="en-US" sz="1800" dirty="0">
              <a:latin typeface="Arial" panose="020B0604020202020204" pitchFamily="34" charset="0"/>
              <a:cs typeface="Arial" panose="020B0604020202020204" pitchFamily="34" charset="0"/>
            </a:endParaRPr>
          </a:p>
        </p:txBody>
      </p:sp>
      <p:sp>
        <p:nvSpPr>
          <p:cNvPr id="14" name="Content Placeholder 1">
            <a:extLst>
              <a:ext uri="{FF2B5EF4-FFF2-40B4-BE49-F238E27FC236}">
                <a16:creationId xmlns:a16="http://schemas.microsoft.com/office/drawing/2014/main" id="{53AB2554-C850-4719-A3D9-8A7C5FE0E37B}"/>
              </a:ext>
            </a:extLst>
          </p:cNvPr>
          <p:cNvSpPr txBox="1">
            <a:spLocks/>
          </p:cNvSpPr>
          <p:nvPr/>
        </p:nvSpPr>
        <p:spPr bwMode="auto">
          <a:xfrm>
            <a:off x="10987089" y="5631457"/>
            <a:ext cx="9644062" cy="183655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60000" indent="-360000" algn="l" defTabSz="2952750" rtl="0" eaLnBrk="1" fontAlgn="base" hangingPunct="1">
              <a:lnSpc>
                <a:spcPct val="125000"/>
              </a:lnSpc>
              <a:spcBef>
                <a:spcPts val="1400"/>
              </a:spcBef>
              <a:spcAft>
                <a:spcPct val="0"/>
              </a:spcAft>
              <a:buClr>
                <a:schemeClr val="tx2"/>
              </a:buClr>
              <a:buChar char="•"/>
              <a:defRPr sz="1900">
                <a:solidFill>
                  <a:schemeClr val="tx1"/>
                </a:solidFill>
                <a:latin typeface="Arial" panose="020B0604020202020204" pitchFamily="34" charset="0"/>
                <a:ea typeface="+mn-ea"/>
                <a:cs typeface="Arial" panose="020B0604020202020204" pitchFamily="34" charset="0"/>
              </a:defRPr>
            </a:lvl1pPr>
            <a:lvl2pPr marL="720000" indent="-360000" algn="l" defTabSz="2952750" rtl="0" eaLnBrk="1" fontAlgn="base" hangingPunct="1">
              <a:lnSpc>
                <a:spcPct val="125000"/>
              </a:lnSpc>
              <a:spcBef>
                <a:spcPts val="1000"/>
              </a:spcBef>
              <a:spcAft>
                <a:spcPct val="0"/>
              </a:spcAft>
              <a:buClr>
                <a:schemeClr val="tx2"/>
              </a:buClr>
              <a:buFont typeface="Arial" pitchFamily="34" charset="0"/>
              <a:buChar char="•"/>
              <a:defRPr sz="1900">
                <a:solidFill>
                  <a:schemeClr val="tx1"/>
                </a:solidFill>
                <a:latin typeface="Arial" panose="020B0604020202020204" pitchFamily="34" charset="0"/>
                <a:cs typeface="Arial" panose="020B0604020202020204" pitchFamily="34" charset="0"/>
              </a:defRPr>
            </a:lvl2pPr>
            <a:lvl3pPr marL="1080000" indent="-360000" algn="l" defTabSz="2952750" rtl="0" eaLnBrk="1" fontAlgn="base" hangingPunct="1">
              <a:lnSpc>
                <a:spcPct val="125000"/>
              </a:lnSpc>
              <a:spcBef>
                <a:spcPts val="600"/>
              </a:spcBef>
              <a:spcAft>
                <a:spcPct val="0"/>
              </a:spcAft>
              <a:buClr>
                <a:schemeClr val="tx2"/>
              </a:buClr>
              <a:buFont typeface="Rdg Vesta" pitchFamily="2" charset="0"/>
              <a:buChar char="−"/>
              <a:defRPr sz="1600">
                <a:solidFill>
                  <a:schemeClr val="tx1"/>
                </a:solidFill>
                <a:latin typeface="Arial" panose="020B0604020202020204" pitchFamily="34" charset="0"/>
                <a:cs typeface="Arial" panose="020B0604020202020204" pitchFamily="34" charset="0"/>
              </a:defRPr>
            </a:lvl3pPr>
            <a:lvl4pPr marL="1350000" indent="-270000" algn="l" defTabSz="2952750" rtl="0" eaLnBrk="1" fontAlgn="base" hangingPunct="1">
              <a:lnSpc>
                <a:spcPct val="125000"/>
              </a:lnSpc>
              <a:spcBef>
                <a:spcPts val="500"/>
              </a:spcBef>
              <a:spcAft>
                <a:spcPct val="0"/>
              </a:spcAft>
              <a:buClr>
                <a:schemeClr val="tx2"/>
              </a:buClr>
              <a:buFont typeface="Arial" pitchFamily="34" charset="0"/>
              <a:buChar char="•"/>
              <a:defRPr sz="1600">
                <a:solidFill>
                  <a:schemeClr val="tx1"/>
                </a:solidFill>
                <a:latin typeface="Arial" panose="020B0604020202020204" pitchFamily="34" charset="0"/>
                <a:cs typeface="Arial" panose="020B0604020202020204" pitchFamily="34" charset="0"/>
              </a:defRPr>
            </a:lvl4pPr>
            <a:lvl5pPr marL="1530000" indent="-180000" algn="l" defTabSz="2952750" rtl="0" eaLnBrk="1" fontAlgn="base" hangingPunct="1">
              <a:lnSpc>
                <a:spcPct val="125000"/>
              </a:lnSpc>
              <a:spcBef>
                <a:spcPts val="500"/>
              </a:spcBef>
              <a:spcAft>
                <a:spcPct val="0"/>
              </a:spcAft>
              <a:buClr>
                <a:schemeClr val="tx2"/>
              </a:buClr>
              <a:buFont typeface="Rdg Vesta" pitchFamily="2" charset="0"/>
              <a:buChar char="−"/>
              <a:defRPr sz="1200">
                <a:solidFill>
                  <a:schemeClr val="tx1"/>
                </a:solidFill>
                <a:latin typeface="Arial" panose="020B0604020202020204" pitchFamily="34" charset="0"/>
                <a:cs typeface="Arial" panose="020B0604020202020204" pitchFamily="34" charset="0"/>
              </a:defRPr>
            </a:lvl5pPr>
            <a:lvl6pPr marL="3019425" indent="-738188" algn="l" defTabSz="2952750" rtl="0" eaLnBrk="1" fontAlgn="base" hangingPunct="1">
              <a:lnSpc>
                <a:spcPct val="125000"/>
              </a:lnSpc>
              <a:spcBef>
                <a:spcPct val="60000"/>
              </a:spcBef>
              <a:spcAft>
                <a:spcPct val="0"/>
              </a:spcAft>
              <a:buChar char="»"/>
              <a:defRPr>
                <a:solidFill>
                  <a:schemeClr val="tx1"/>
                </a:solidFill>
                <a:latin typeface="+mn-lt"/>
              </a:defRPr>
            </a:lvl6pPr>
            <a:lvl7pPr marL="3476625" indent="-738188" algn="l" defTabSz="2952750" rtl="0" eaLnBrk="1" fontAlgn="base" hangingPunct="1">
              <a:lnSpc>
                <a:spcPct val="125000"/>
              </a:lnSpc>
              <a:spcBef>
                <a:spcPct val="60000"/>
              </a:spcBef>
              <a:spcAft>
                <a:spcPct val="0"/>
              </a:spcAft>
              <a:buChar char="»"/>
              <a:defRPr>
                <a:solidFill>
                  <a:schemeClr val="tx1"/>
                </a:solidFill>
                <a:latin typeface="+mn-lt"/>
              </a:defRPr>
            </a:lvl7pPr>
            <a:lvl8pPr marL="3933825" indent="-738188" algn="l" defTabSz="2952750" rtl="0" eaLnBrk="1" fontAlgn="base" hangingPunct="1">
              <a:lnSpc>
                <a:spcPct val="125000"/>
              </a:lnSpc>
              <a:spcBef>
                <a:spcPct val="60000"/>
              </a:spcBef>
              <a:spcAft>
                <a:spcPct val="0"/>
              </a:spcAft>
              <a:buChar char="»"/>
              <a:defRPr>
                <a:solidFill>
                  <a:schemeClr val="tx1"/>
                </a:solidFill>
                <a:latin typeface="+mn-lt"/>
              </a:defRPr>
            </a:lvl8pPr>
            <a:lvl9pPr marL="4391025" indent="-738188" algn="l" defTabSz="2952750" rtl="0" eaLnBrk="1" fontAlgn="base" hangingPunct="1">
              <a:lnSpc>
                <a:spcPct val="125000"/>
              </a:lnSpc>
              <a:spcBef>
                <a:spcPct val="60000"/>
              </a:spcBef>
              <a:spcAft>
                <a:spcPct val="0"/>
              </a:spcAft>
              <a:buChar char="»"/>
              <a:defRPr>
                <a:solidFill>
                  <a:schemeClr val="tx1"/>
                </a:solidFill>
                <a:latin typeface="+mn-lt"/>
              </a:defRPr>
            </a:lvl9pPr>
          </a:lstStyle>
          <a:p>
            <a:pPr marL="446088" indent="-446088">
              <a:spcBef>
                <a:spcPts val="0"/>
              </a:spcBef>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Dataset / Input Data (if applicable)</a:t>
            </a:r>
          </a:p>
          <a:p>
            <a:pPr marL="358775" indent="-358775" algn="just">
              <a:spcBef>
                <a:spcPts val="600"/>
              </a:spcBef>
              <a:buNone/>
            </a:pPr>
            <a:r>
              <a:rPr lang="en-US" sz="1800" dirty="0"/>
              <a:t>      </a:t>
            </a:r>
            <a:r>
              <a:rPr lang="en-US" sz="1400" dirty="0"/>
              <a:t>Indoor and outdoor temperature readings collected using DS18B20 temperature sensors at regular time intervals were used as the input data for performance evaluation.</a:t>
            </a:r>
            <a:endParaRPr lang="en-GB" sz="1400" dirty="0"/>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Experimental Setup</a:t>
            </a:r>
          </a:p>
          <a:p>
            <a:pPr marL="358775" indent="-358775" algn="just">
              <a:spcBef>
                <a:spcPts val="600"/>
              </a:spcBef>
              <a:buNone/>
            </a:pPr>
            <a:r>
              <a:rPr lang="en-GB" sz="2400" b="1" dirty="0">
                <a:solidFill>
                  <a:schemeClr val="tx2"/>
                </a:solidFill>
              </a:rPr>
              <a:t>    </a:t>
            </a:r>
            <a:r>
              <a:rPr lang="en-US" sz="1400" dirty="0"/>
              <a:t>A scaled house prototype was constructed using insulating materials, reflective roofing, and natural ventilation. An          ESP32 with two DS18B20 temperature sensors was used to measure and record indoor and outdoor temperatures for performance evaluation.</a:t>
            </a:r>
            <a:endParaRPr lang="en-GB" sz="1400" dirty="0"/>
          </a:p>
          <a:p>
            <a:pPr marL="0" indent="0" algn="just">
              <a:buNone/>
            </a:pPr>
            <a:r>
              <a:rPr lang="en-GB" sz="16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Results</a:t>
            </a:r>
          </a:p>
          <a:p>
            <a:pPr marL="446088" indent="-446088">
              <a:spcBef>
                <a:spcPts val="2600"/>
              </a:spcBef>
              <a:buNone/>
            </a:pPr>
            <a:endParaRPr lang="en-GB" sz="3000" b="1" dirty="0">
              <a:solidFill>
                <a:schemeClr val="tx2"/>
              </a:solidFill>
            </a:endParaRPr>
          </a:p>
          <a:p>
            <a:pPr marL="446088" indent="-446088">
              <a:spcBef>
                <a:spcPts val="2600"/>
              </a:spcBef>
              <a:buNone/>
            </a:pPr>
            <a:r>
              <a:rPr lang="en-GB" sz="3000" b="1" kern="1200" dirty="0">
                <a:solidFill>
                  <a:schemeClr val="tx2"/>
                </a:solidFill>
                <a:latin typeface="Arial" panose="020B0604020202020204" pitchFamily="34" charset="0"/>
                <a:cs typeface="Arial" panose="020B0604020202020204" pitchFamily="34" charset="0"/>
              </a:rPr>
              <a:t>   </a:t>
            </a:r>
          </a:p>
          <a:p>
            <a:pPr marL="446088" indent="-446088">
              <a:spcBef>
                <a:spcPts val="2600"/>
              </a:spcBef>
              <a:buNone/>
            </a:pPr>
            <a:r>
              <a:rPr lang="en-GB" sz="2400" b="1" kern="1200" dirty="0">
                <a:solidFill>
                  <a:schemeClr val="tx2"/>
                </a:solidFill>
                <a:latin typeface="Arial" panose="020B0604020202020204" pitchFamily="34" charset="0"/>
                <a:cs typeface="Arial" panose="020B0604020202020204" pitchFamily="34" charset="0"/>
              </a:rPr>
              <a:t>    Performance Evaluation</a:t>
            </a:r>
          </a:p>
          <a:p>
            <a:pPr>
              <a:spcBef>
                <a:spcPts val="700"/>
              </a:spcBef>
            </a:pPr>
            <a:endParaRPr lang="en-GB" sz="1000" dirty="0"/>
          </a:p>
          <a:p>
            <a:pPr>
              <a:spcBef>
                <a:spcPts val="700"/>
              </a:spcBef>
            </a:pPr>
            <a:endParaRPr lang="en-GB" sz="1000" dirty="0"/>
          </a:p>
          <a:p>
            <a:pPr>
              <a:spcBef>
                <a:spcPts val="700"/>
              </a:spcBef>
            </a:pPr>
            <a:endParaRPr lang="en-GB" sz="1000" dirty="0"/>
          </a:p>
          <a:p>
            <a:pPr>
              <a:spcBef>
                <a:spcPts val="700"/>
              </a:spcBef>
            </a:pPr>
            <a:endParaRPr lang="en-GB" sz="1000" dirty="0"/>
          </a:p>
          <a:p>
            <a:pPr marL="446088" indent="-446088">
              <a:spcBef>
                <a:spcPts val="2600"/>
              </a:spcBef>
              <a:buNone/>
            </a:pPr>
            <a:r>
              <a:rPr lang="en-GB" sz="2400" dirty="0">
                <a:latin typeface="+mj-lt"/>
              </a:rPr>
              <a:t>         </a:t>
            </a:r>
          </a:p>
          <a:p>
            <a:pPr marL="446088" indent="-446088">
              <a:spcBef>
                <a:spcPts val="2600"/>
              </a:spcBef>
              <a:buNone/>
            </a:pPr>
            <a:r>
              <a:rPr lang="en-GB" sz="2400" b="1" kern="1200" dirty="0">
                <a:solidFill>
                  <a:schemeClr val="tx2"/>
                </a:solidFill>
                <a:latin typeface="+mj-lt"/>
                <a:cs typeface="Arial" panose="020B0604020202020204" pitchFamily="34" charset="0"/>
              </a:rPr>
              <a:t>    Testing and Validation</a:t>
            </a:r>
          </a:p>
          <a:p>
            <a:pPr marL="442913" indent="-442913" algn="just">
              <a:spcBef>
                <a:spcPts val="600"/>
              </a:spcBef>
              <a:buNone/>
            </a:pPr>
            <a:r>
              <a:rPr lang="en-US" sz="1600" dirty="0"/>
              <a:t>       </a:t>
            </a:r>
            <a:r>
              <a:rPr lang="en-US" sz="1400" dirty="0">
                <a:latin typeface="+mn-lt"/>
              </a:rPr>
              <a:t>The developed prototype was tested under real environmental conditions, and the recorded temperature data      validated its cooling performance and reliability.</a:t>
            </a:r>
            <a:endParaRPr lang="en-GB" sz="1400" dirty="0">
              <a:latin typeface="+mn-lt"/>
            </a:endParaRPr>
          </a:p>
          <a:p>
            <a:pPr marL="358775" indent="-358775" algn="just">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mj-lt"/>
                <a:cs typeface="Arial" panose="020B0604020202020204" pitchFamily="34" charset="0"/>
              </a:rPr>
              <a:t>Challenges Encountered</a:t>
            </a:r>
          </a:p>
          <a:p>
            <a:pPr marL="714375" indent="-357375">
              <a:spcBef>
                <a:spcPts val="600"/>
              </a:spcBef>
              <a:buFont typeface="Arial" pitchFamily="34" charset="0"/>
              <a:buChar char="•"/>
            </a:pPr>
            <a:r>
              <a:rPr lang="en-GB" sz="1400" kern="1200" dirty="0"/>
              <a:t>Challenge 1:</a:t>
            </a:r>
            <a:r>
              <a:rPr lang="en-US" sz="1400" dirty="0"/>
              <a:t>Achieving effective insulation with low-cost materials.</a:t>
            </a:r>
            <a:endParaRPr lang="en-GB" sz="1400" kern="1200" dirty="0"/>
          </a:p>
          <a:p>
            <a:pPr marL="714375" indent="-357375">
              <a:spcBef>
                <a:spcPts val="600"/>
              </a:spcBef>
              <a:buFont typeface="Arial" pitchFamily="34" charset="0"/>
              <a:buChar char="•"/>
            </a:pPr>
            <a:r>
              <a:rPr lang="en-GB" sz="1400" kern="1200" dirty="0"/>
              <a:t>Challenge 2:</a:t>
            </a:r>
            <a:r>
              <a:rPr lang="en-IN" sz="1400" dirty="0"/>
              <a:t>Maintaining accurate temperature monitoring and data logging.</a:t>
            </a:r>
            <a:endParaRPr lang="en-GB" sz="1400" dirty="0"/>
          </a:p>
          <a:p>
            <a:pPr marL="357000" indent="0">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mj-lt"/>
                <a:cs typeface="Arial" panose="020B0604020202020204" pitchFamily="34" charset="0"/>
              </a:rPr>
              <a:t>Solutions Implemented</a:t>
            </a:r>
          </a:p>
          <a:p>
            <a:pPr marL="714375" indent="-357375">
              <a:spcBef>
                <a:spcPts val="600"/>
              </a:spcBef>
              <a:buFont typeface="Arial" pitchFamily="34" charset="0"/>
              <a:buChar char="•"/>
            </a:pPr>
            <a:r>
              <a:rPr lang="en-GB" sz="1400" kern="1200" dirty="0"/>
              <a:t>Solution 1:</a:t>
            </a:r>
            <a:r>
              <a:rPr lang="en-US" sz="1400" dirty="0"/>
              <a:t>Used reflective insulation and natural ventilation to reduce heat gain.</a:t>
            </a:r>
            <a:endParaRPr lang="en-GB" sz="1400" kern="1200" dirty="0"/>
          </a:p>
          <a:p>
            <a:pPr marL="714375" indent="-357375">
              <a:spcBef>
                <a:spcPts val="600"/>
              </a:spcBef>
              <a:buFont typeface="Arial" pitchFamily="34" charset="0"/>
              <a:buChar char="•"/>
            </a:pPr>
            <a:r>
              <a:rPr lang="en-GB" sz="1400" kern="1200" dirty="0"/>
              <a:t>Solution 2:</a:t>
            </a:r>
            <a:r>
              <a:rPr lang="en-US" sz="1400" dirty="0"/>
              <a:t>Integrated an ESP32-based system for real-time temperature monitoring and data logging</a:t>
            </a:r>
            <a:r>
              <a:rPr lang="en-US" sz="1600" dirty="0"/>
              <a:t>.</a:t>
            </a:r>
          </a:p>
          <a:p>
            <a:pPr marL="357000" indent="0">
              <a:spcBef>
                <a:spcPts val="600"/>
              </a:spcBef>
              <a:buNone/>
            </a:pPr>
            <a:r>
              <a:rPr lang="en-GB" sz="2400" b="1" kern="1200" dirty="0">
                <a:solidFill>
                  <a:schemeClr val="tx2"/>
                </a:solidFill>
                <a:latin typeface="Arial" panose="020B0604020202020204" pitchFamily="34" charset="0"/>
                <a:cs typeface="Arial" panose="020B0604020202020204" pitchFamily="34" charset="0"/>
              </a:rPr>
              <a:t> Innovation / Novel Features</a:t>
            </a:r>
          </a:p>
          <a:p>
            <a:pPr marL="442913" indent="-87313">
              <a:spcBef>
                <a:spcPts val="600"/>
              </a:spcBef>
              <a:buNone/>
            </a:pPr>
            <a:r>
              <a:rPr lang="en-US" sz="1400" dirty="0"/>
              <a:t> Combines passive cooling techniques with an ESP32-based real-time temperature monitoring system for an  energy-efficient and low-cost residential cooling solution</a:t>
            </a:r>
            <a:r>
              <a:rPr lang="en-US" sz="1400" b="1" dirty="0"/>
              <a:t>.</a:t>
            </a:r>
            <a:endParaRPr lang="en-US" sz="1400" dirty="0"/>
          </a:p>
          <a:p>
            <a:pPr marL="358775" indent="-358775">
              <a:spcBef>
                <a:spcPts val="600"/>
              </a:spcBef>
              <a:buNone/>
            </a:pPr>
            <a:r>
              <a:rPr lang="en-GB" sz="1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Applications</a:t>
            </a:r>
            <a:endParaRPr lang="en-GB" sz="2400" b="1" dirty="0">
              <a:solidFill>
                <a:schemeClr val="tx2"/>
              </a:solidFill>
            </a:endParaRPr>
          </a:p>
          <a:p>
            <a:pPr marL="358775" indent="-358775">
              <a:spcBef>
                <a:spcPts val="600"/>
              </a:spcBef>
              <a:buNone/>
            </a:pPr>
            <a:r>
              <a:rPr lang="en-GB" sz="2400" b="1" dirty="0">
                <a:solidFill>
                  <a:schemeClr val="tx2"/>
                </a:solidFill>
              </a:rPr>
              <a:t>     </a:t>
            </a:r>
            <a:r>
              <a:rPr lang="en-US" sz="1400" dirty="0"/>
              <a:t>Residential buildings for energy-efficient cooling. </a:t>
            </a:r>
          </a:p>
          <a:p>
            <a:pPr marL="358775" indent="-358775">
              <a:spcBef>
                <a:spcPts val="600"/>
              </a:spcBef>
              <a:buNone/>
            </a:pPr>
            <a:r>
              <a:rPr lang="en-US" sz="1400" dirty="0"/>
              <a:t>         Low-cost and eco-friendly housing in tropical regions</a:t>
            </a:r>
            <a:r>
              <a:rPr lang="en-US" sz="1600" dirty="0"/>
              <a:t>.</a:t>
            </a:r>
          </a:p>
          <a:p>
            <a:pPr marL="0" indent="0">
              <a:buNone/>
            </a:pPr>
            <a:r>
              <a:rPr lang="en-US" sz="1600" b="1" dirty="0">
                <a:solidFill>
                  <a:schemeClr val="tx2"/>
                </a:solidFill>
              </a:rPr>
              <a:t>      </a:t>
            </a:r>
            <a:r>
              <a:rPr lang="en-US" sz="24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Future Scope</a:t>
            </a:r>
          </a:p>
          <a:p>
            <a:pPr marL="442913" indent="-442913" algn="just">
              <a:spcBef>
                <a:spcPts val="600"/>
              </a:spcBef>
              <a:buNone/>
            </a:pPr>
            <a:r>
              <a:rPr lang="en-US" sz="1600" dirty="0"/>
              <a:t>       </a:t>
            </a:r>
            <a:r>
              <a:rPr lang="en-US" sz="1400" dirty="0"/>
              <a:t>The system can be enhanced with IoT-based remote monitoring, AI-driven temperature prediction, and solar- powered operation.</a:t>
            </a:r>
          </a:p>
          <a:p>
            <a:pPr marL="358775" indent="-358775" algn="just">
              <a:spcBef>
                <a:spcPts val="600"/>
              </a:spcBef>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Project Outcomes</a:t>
            </a:r>
          </a:p>
          <a:p>
            <a:pPr marL="358775" indent="-358775" algn="just">
              <a:lnSpc>
                <a:spcPct val="100000"/>
              </a:lnSpc>
              <a:spcBef>
                <a:spcPts val="600"/>
              </a:spcBef>
              <a:buNone/>
            </a:pPr>
            <a:r>
              <a:rPr lang="en-US" sz="1800" dirty="0"/>
              <a:t>      </a:t>
            </a:r>
            <a:r>
              <a:rPr lang="en-US" sz="1400" dirty="0"/>
              <a:t>Achieved a 5–7°C reduction in indoor temperature, improving thermal comfort and reducing energy consumption</a:t>
            </a:r>
            <a:r>
              <a:rPr lang="en-US" sz="1600" dirty="0"/>
              <a:t>..</a:t>
            </a:r>
            <a:endParaRPr lang="en-GB" sz="3000" b="1" dirty="0">
              <a:solidFill>
                <a:schemeClr val="tx2"/>
              </a:solidFill>
            </a:endParaRPr>
          </a:p>
          <a:p>
            <a:pPr marL="358775" indent="-358775" algn="just">
              <a:lnSpc>
                <a:spcPct val="100000"/>
              </a:lnSpc>
              <a:spcBef>
                <a:spcPts val="600"/>
              </a:spcBef>
              <a:buNone/>
            </a:pPr>
            <a:r>
              <a:rPr lang="en-GB" sz="3000" b="1" kern="1200" dirty="0">
                <a:solidFill>
                  <a:schemeClr val="tx2"/>
                </a:solidFill>
                <a:latin typeface="Arial" panose="020B0604020202020204" pitchFamily="34" charset="0"/>
                <a:cs typeface="Arial" panose="020B0604020202020204" pitchFamily="34" charset="0"/>
              </a:rPr>
              <a:t>    </a:t>
            </a:r>
            <a:r>
              <a:rPr lang="en-GB" sz="2400" b="1" kern="1200" dirty="0">
                <a:solidFill>
                  <a:schemeClr val="tx2"/>
                </a:solidFill>
                <a:latin typeface="Arial" panose="020B0604020202020204" pitchFamily="34" charset="0"/>
                <a:cs typeface="Arial" panose="020B0604020202020204" pitchFamily="34" charset="0"/>
              </a:rPr>
              <a:t>Skills Acquired</a:t>
            </a:r>
          </a:p>
          <a:p>
            <a:pPr marL="714375" indent="-357375">
              <a:spcBef>
                <a:spcPts val="600"/>
              </a:spcBef>
              <a:buFont typeface="Arial" pitchFamily="34" charset="0"/>
              <a:buChar char="•"/>
            </a:pPr>
            <a:r>
              <a:rPr lang="en-GB" sz="1400" b="1" kern="1200" dirty="0"/>
              <a:t>Technical skill 1:</a:t>
            </a:r>
            <a:r>
              <a:rPr lang="en-IN" sz="1400" b="1" dirty="0"/>
              <a:t> </a:t>
            </a:r>
            <a:r>
              <a:rPr lang="en-IN" sz="1400" dirty="0"/>
              <a:t>ESP32 Programming, Embedded C, Sensor Interfacing, Prototype Development, Temperature Monitoring, Data Analysis.</a:t>
            </a:r>
            <a:endParaRPr lang="en-GB" sz="1400" kern="1200" dirty="0"/>
          </a:p>
          <a:p>
            <a:pPr marL="714375" indent="-357375">
              <a:spcBef>
                <a:spcPts val="600"/>
              </a:spcBef>
              <a:buFont typeface="Arial" pitchFamily="34" charset="0"/>
              <a:buChar char="•"/>
            </a:pPr>
            <a:r>
              <a:rPr lang="en-GB" sz="1400" b="1" kern="1200" dirty="0"/>
              <a:t>Soft skill 1:</a:t>
            </a:r>
            <a:r>
              <a:rPr lang="en-US" sz="1400" dirty="0"/>
              <a:t> Teamwork, Problem Solving, Communication, Time Management.</a:t>
            </a:r>
            <a:endParaRPr lang="en-GB" sz="1400" b="1" kern="1200" dirty="0"/>
          </a:p>
        </p:txBody>
      </p:sp>
      <p:sp>
        <p:nvSpPr>
          <p:cNvPr id="6" name="AutoShape 4" descr="System Architecture Diagram">
            <a:extLst>
              <a:ext uri="{FF2B5EF4-FFF2-40B4-BE49-F238E27FC236}">
                <a16:creationId xmlns:a16="http://schemas.microsoft.com/office/drawing/2014/main" id="{A6AC6A17-B006-4706-AC6C-FA7856873C7E}"/>
              </a:ext>
            </a:extLst>
          </p:cNvPr>
          <p:cNvSpPr>
            <a:spLocks noChangeAspect="1" noChangeArrowheads="1"/>
          </p:cNvSpPr>
          <p:nvPr/>
        </p:nvSpPr>
        <p:spPr bwMode="auto">
          <a:xfrm>
            <a:off x="10541000" y="1498758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1" name="Picture 10">
            <a:extLst>
              <a:ext uri="{FF2B5EF4-FFF2-40B4-BE49-F238E27FC236}">
                <a16:creationId xmlns:a16="http://schemas.microsoft.com/office/drawing/2014/main" id="{2F5E453A-F776-4351-BBB7-8FB76216D75E}"/>
              </a:ext>
            </a:extLst>
          </p:cNvPr>
          <p:cNvPicPr>
            <a:picLocks noChangeAspect="1"/>
          </p:cNvPicPr>
          <p:nvPr/>
        </p:nvPicPr>
        <p:blipFill>
          <a:blip r:embed="rId3"/>
          <a:stretch>
            <a:fillRect/>
          </a:stretch>
        </p:blipFill>
        <p:spPr>
          <a:xfrm>
            <a:off x="1695608" y="14825132"/>
            <a:ext cx="6333002" cy="2193230"/>
          </a:xfrm>
          <a:prstGeom prst="rect">
            <a:avLst/>
          </a:prstGeom>
        </p:spPr>
      </p:pic>
      <p:pic>
        <p:nvPicPr>
          <p:cNvPr id="13" name="Picture 12">
            <a:extLst>
              <a:ext uri="{FF2B5EF4-FFF2-40B4-BE49-F238E27FC236}">
                <a16:creationId xmlns:a16="http://schemas.microsoft.com/office/drawing/2014/main" id="{06B4989E-FD22-46AA-B35F-487F8602B23B}"/>
              </a:ext>
            </a:extLst>
          </p:cNvPr>
          <p:cNvPicPr>
            <a:picLocks noChangeAspect="1"/>
          </p:cNvPicPr>
          <p:nvPr/>
        </p:nvPicPr>
        <p:blipFill>
          <a:blip r:embed="rId4"/>
          <a:stretch>
            <a:fillRect/>
          </a:stretch>
        </p:blipFill>
        <p:spPr>
          <a:xfrm>
            <a:off x="1642127" y="17845027"/>
            <a:ext cx="6386482" cy="2080243"/>
          </a:xfrm>
          <a:prstGeom prst="rect">
            <a:avLst/>
          </a:prstGeom>
        </p:spPr>
      </p:pic>
      <p:pic>
        <p:nvPicPr>
          <p:cNvPr id="18" name="Picture 17">
            <a:extLst>
              <a:ext uri="{FF2B5EF4-FFF2-40B4-BE49-F238E27FC236}">
                <a16:creationId xmlns:a16="http://schemas.microsoft.com/office/drawing/2014/main" id="{96B0F454-3EEA-46A4-9CFF-166DA3A378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91854" y="9307339"/>
            <a:ext cx="5155068" cy="1926781"/>
          </a:xfrm>
          <a:prstGeom prst="rect">
            <a:avLst/>
          </a:prstGeom>
        </p:spPr>
      </p:pic>
      <p:pic>
        <p:nvPicPr>
          <p:cNvPr id="20" name="Picture 19">
            <a:extLst>
              <a:ext uri="{FF2B5EF4-FFF2-40B4-BE49-F238E27FC236}">
                <a16:creationId xmlns:a16="http://schemas.microsoft.com/office/drawing/2014/main" id="{F3EFE367-3A8B-4B6B-B056-2CE3137ADD59}"/>
              </a:ext>
            </a:extLst>
          </p:cNvPr>
          <p:cNvPicPr>
            <a:picLocks noChangeAspect="1"/>
          </p:cNvPicPr>
          <p:nvPr/>
        </p:nvPicPr>
        <p:blipFill>
          <a:blip r:embed="rId6"/>
          <a:stretch>
            <a:fillRect/>
          </a:stretch>
        </p:blipFill>
        <p:spPr>
          <a:xfrm>
            <a:off x="12091854" y="11899627"/>
            <a:ext cx="5155068" cy="1926781"/>
          </a:xfrm>
          <a:prstGeom prst="rect">
            <a:avLst/>
          </a:prstGeom>
        </p:spPr>
      </p:pic>
      <p:pic>
        <p:nvPicPr>
          <p:cNvPr id="3" name="Picture 2">
            <a:extLst>
              <a:ext uri="{FF2B5EF4-FFF2-40B4-BE49-F238E27FC236}">
                <a16:creationId xmlns:a16="http://schemas.microsoft.com/office/drawing/2014/main" id="{E6391414-4AC1-4716-9845-23F7E744592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40839" y="27410158"/>
            <a:ext cx="2239800" cy="2239800"/>
          </a:xfrm>
          <a:prstGeom prst="rect">
            <a:avLst/>
          </a:prstGeom>
        </p:spPr>
      </p:pic>
    </p:spTree>
    <p:extLst>
      <p:ext uri="{BB962C8B-B14F-4D97-AF65-F5344CB8AC3E}">
        <p14:creationId xmlns:p14="http://schemas.microsoft.com/office/powerpoint/2010/main" val="3351423776"/>
      </p:ext>
    </p:extLst>
  </p:cSld>
  <p:clrMapOvr>
    <a:masterClrMapping/>
  </p:clrMapOvr>
</p:sld>
</file>

<file path=ppt/theme/theme1.xml><?xml version="1.0" encoding="utf-8"?>
<a:theme xmlns:a="http://schemas.openxmlformats.org/drawingml/2006/main" name="KIOT #CE4F2F">
  <a:themeElements>
    <a:clrScheme name="01 KIOT Conference #178473">
      <a:dk1>
        <a:srgbClr val="000000"/>
      </a:dk1>
      <a:lt1>
        <a:srgbClr val="FFFFFF"/>
      </a:lt1>
      <a:dk2>
        <a:srgbClr val="158473"/>
      </a:dk2>
      <a:lt2>
        <a:srgbClr val="808080"/>
      </a:lt2>
      <a:accent1>
        <a:srgbClr val="7AFDE9"/>
      </a:accent1>
      <a:accent2>
        <a:srgbClr val="5BD1BF"/>
      </a:accent2>
      <a:accent3>
        <a:srgbClr val="FFFFFF"/>
      </a:accent3>
      <a:accent4>
        <a:srgbClr val="086154"/>
      </a:accent4>
      <a:accent5>
        <a:srgbClr val="5BD1BF"/>
      </a:accent5>
      <a:accent6>
        <a:srgbClr val="000000"/>
      </a:accent6>
      <a:hlink>
        <a:srgbClr val="158473"/>
      </a:hlink>
      <a:folHlink>
        <a:srgbClr val="08615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txDef>
      <a:spPr bwMode="auto">
        <a:noFill/>
        <a:ln w="9525">
          <a:noFill/>
          <a:miter lim="800000"/>
          <a:headEnd/>
          <a:tailEnd/>
        </a:ln>
        <a:effectLst/>
      </a:spPr>
      <a:bodyPr lIns="0" tIns="0" rIns="0" bIns="0"/>
      <a:lstStyle>
        <a:defPPr marL="455613" indent="-455613" algn="l" defTabSz="2952750" eaLnBrk="0" hangingPunct="0">
          <a:lnSpc>
            <a:spcPct val="105000"/>
          </a:lnSpc>
          <a:spcBef>
            <a:spcPts val="4400"/>
          </a:spcBef>
          <a:spcAft>
            <a:spcPts val="0"/>
          </a:spcAft>
          <a:buClr>
            <a:schemeClr val="tx2"/>
          </a:buClr>
          <a:defRPr sz="4100" b="1" kern="0" dirty="0">
            <a:solidFill>
              <a:schemeClr val="tx2"/>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B27825 KIOT Conference 2022 portrait HT v2.pptx" id="{F18A0F39-BBEB-43DB-BFD6-81A744C52318}" vid="{8D687D27-B946-4FBA-8150-9F172FBFD3DC}"/>
    </a:ext>
  </a:extLst>
</a:theme>
</file>

<file path=ppt/theme/theme2.xml><?xml version="1.0" encoding="utf-8"?>
<a:theme xmlns:a="http://schemas.openxmlformats.org/drawingml/2006/main" name="1_KIOT #CE4F2F">
  <a:themeElements>
    <a:clrScheme name="02 KIOT Conference #E25C3A">
      <a:dk1>
        <a:srgbClr val="000000"/>
      </a:dk1>
      <a:lt1>
        <a:srgbClr val="FFFFFF"/>
      </a:lt1>
      <a:dk2>
        <a:srgbClr val="CE4F2F"/>
      </a:dk2>
      <a:lt2>
        <a:srgbClr val="808080"/>
      </a:lt2>
      <a:accent1>
        <a:srgbClr val="FEC5B6"/>
      </a:accent1>
      <a:accent2>
        <a:srgbClr val="F79E87"/>
      </a:accent2>
      <a:accent3>
        <a:srgbClr val="FFFFFF"/>
      </a:accent3>
      <a:accent4>
        <a:srgbClr val="A8361A"/>
      </a:accent4>
      <a:accent5>
        <a:srgbClr val="F79E87"/>
      </a:accent5>
      <a:accent6>
        <a:srgbClr val="000000"/>
      </a:accent6>
      <a:hlink>
        <a:srgbClr val="CE4F2F"/>
      </a:hlink>
      <a:folHlink>
        <a:srgbClr val="A8361A"/>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DA16372C-C8AE-4BEF-9AB6-EF282675B510}"/>
    </a:ext>
  </a:extLst>
</a:theme>
</file>

<file path=ppt/theme/theme3.xml><?xml version="1.0" encoding="utf-8"?>
<a:theme xmlns:a="http://schemas.openxmlformats.org/drawingml/2006/main" name="KIOT #C74486">
  <a:themeElements>
    <a:clrScheme name="03 KIOT Conference #C74486">
      <a:dk1>
        <a:srgbClr val="000000"/>
      </a:dk1>
      <a:lt1>
        <a:srgbClr val="FFFFFF"/>
      </a:lt1>
      <a:dk2>
        <a:srgbClr val="C74486"/>
      </a:dk2>
      <a:lt2>
        <a:srgbClr val="808080"/>
      </a:lt2>
      <a:accent1>
        <a:srgbClr val="FCAAD3"/>
      </a:accent1>
      <a:accent2>
        <a:srgbClr val="DB8EB5"/>
      </a:accent2>
      <a:accent3>
        <a:srgbClr val="FFFFFF"/>
      </a:accent3>
      <a:accent4>
        <a:srgbClr val="810443"/>
      </a:accent4>
      <a:accent5>
        <a:srgbClr val="DB8EB5"/>
      </a:accent5>
      <a:accent6>
        <a:srgbClr val="000000"/>
      </a:accent6>
      <a:hlink>
        <a:srgbClr val="C74486"/>
      </a:hlink>
      <a:folHlink>
        <a:srgbClr val="81044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EDDCA094-D80C-4D1A-9F56-52CCF7C6B5E1}"/>
    </a:ext>
  </a:extLst>
</a:theme>
</file>

<file path=ppt/theme/theme4.xml><?xml version="1.0" encoding="utf-8"?>
<a:theme xmlns:a="http://schemas.openxmlformats.org/drawingml/2006/main" name="KIOT #7F6BAE">
  <a:themeElements>
    <a:clrScheme name="04 KIOT Conference #7F6BAE">
      <a:dk1>
        <a:srgbClr val="000000"/>
      </a:dk1>
      <a:lt1>
        <a:srgbClr val="FFFFFF"/>
      </a:lt1>
      <a:dk2>
        <a:srgbClr val="7F6BAE"/>
      </a:dk2>
      <a:lt2>
        <a:srgbClr val="808080"/>
      </a:lt2>
      <a:accent1>
        <a:srgbClr val="D2C4F2"/>
      </a:accent1>
      <a:accent2>
        <a:srgbClr val="B6A4E0"/>
      </a:accent2>
      <a:accent3>
        <a:srgbClr val="FFFFFF"/>
      </a:accent3>
      <a:accent4>
        <a:srgbClr val="4D3E70"/>
      </a:accent4>
      <a:accent5>
        <a:srgbClr val="B6A4E0"/>
      </a:accent5>
      <a:accent6>
        <a:srgbClr val="000000"/>
      </a:accent6>
      <a:hlink>
        <a:srgbClr val="7F6BAE"/>
      </a:hlink>
      <a:folHlink>
        <a:srgbClr val="4D3E7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52FD576F-A30F-42C3-B3D4-FC5E4D78EA82}"/>
    </a:ext>
  </a:extLst>
</a:theme>
</file>

<file path=ppt/theme/theme5.xml><?xml version="1.0" encoding="utf-8"?>
<a:theme xmlns:a="http://schemas.openxmlformats.org/drawingml/2006/main" name="KIOT #6F7D14">
  <a:themeElements>
    <a:clrScheme name="05 KIOT Conference #6F7D14">
      <a:dk1>
        <a:srgbClr val="000000"/>
      </a:dk1>
      <a:lt1>
        <a:srgbClr val="FFFFFF"/>
      </a:lt1>
      <a:dk2>
        <a:srgbClr val="6F7D14"/>
      </a:dk2>
      <a:lt2>
        <a:srgbClr val="808080"/>
      </a:lt2>
      <a:accent1>
        <a:srgbClr val="BDCC5A"/>
      </a:accent1>
      <a:accent2>
        <a:srgbClr val="9DAE32"/>
      </a:accent2>
      <a:accent3>
        <a:srgbClr val="FFFFFF"/>
      </a:accent3>
      <a:accent4>
        <a:srgbClr val="444E02"/>
      </a:accent4>
      <a:accent5>
        <a:srgbClr val="BDCC5A"/>
      </a:accent5>
      <a:accent6>
        <a:srgbClr val="000000"/>
      </a:accent6>
      <a:hlink>
        <a:srgbClr val="6F7D14"/>
      </a:hlink>
      <a:folHlink>
        <a:srgbClr val="444E0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AF9CF2F7-CEBC-4757-A562-538A8568A1B6}"/>
    </a:ext>
  </a:extLst>
</a:theme>
</file>

<file path=ppt/theme/theme6.xml><?xml version="1.0" encoding="utf-8"?>
<a:theme xmlns:a="http://schemas.openxmlformats.org/drawingml/2006/main" name="1_KIOT conference poster portrait">
  <a:themeElements>
    <a:clrScheme name="06 KIOT Conference #2B7DAE">
      <a:dk1>
        <a:srgbClr val="000000"/>
      </a:dk1>
      <a:lt1>
        <a:srgbClr val="FFFFFF"/>
      </a:lt1>
      <a:dk2>
        <a:srgbClr val="2B7DAE"/>
      </a:dk2>
      <a:lt2>
        <a:srgbClr val="808080"/>
      </a:lt2>
      <a:accent1>
        <a:srgbClr val="7CCDFD"/>
      </a:accent1>
      <a:accent2>
        <a:srgbClr val="62B4E7"/>
      </a:accent2>
      <a:accent3>
        <a:srgbClr val="FFFFFF"/>
      </a:accent3>
      <a:accent4>
        <a:srgbClr val="114E72"/>
      </a:accent4>
      <a:accent5>
        <a:srgbClr val="7CCDFD"/>
      </a:accent5>
      <a:accent6>
        <a:srgbClr val="000000"/>
      </a:accent6>
      <a:hlink>
        <a:srgbClr val="2B7DAE"/>
      </a:hlink>
      <a:folHlink>
        <a:srgbClr val="114E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spDef>
    <a:lnDef>
      <a:spPr bwMode="auto">
        <a:xfrm>
          <a:off x="0" y="0"/>
          <a:ext cx="1" cy="1"/>
        </a:xfrm>
        <a:custGeom>
          <a:avLst/>
          <a:gdLst/>
          <a:ahLst/>
          <a:cxnLst/>
          <a:rect l="0" t="0" r="0" b="0"/>
          <a:pathLst/>
        </a:custGeom>
        <a:solidFill>
          <a:schemeClr val="tx2"/>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2952750" rtl="0" eaLnBrk="1" fontAlgn="base" latinLnBrk="0" hangingPunct="1">
          <a:lnSpc>
            <a:spcPct val="100000"/>
          </a:lnSpc>
          <a:spcBef>
            <a:spcPct val="0"/>
          </a:spcBef>
          <a:spcAft>
            <a:spcPct val="0"/>
          </a:spcAft>
          <a:buClrTx/>
          <a:buSzTx/>
          <a:buFontTx/>
          <a:buNone/>
          <a:tabLst/>
          <a:defRPr kumimoji="0" lang="en-GB" sz="1300" b="0" i="0" u="none" strike="noStrike" cap="none" normalizeH="0" baseline="0" smtClean="0">
            <a:ln>
              <a:noFill/>
            </a:ln>
            <a:solidFill>
              <a:schemeClr val="tx1"/>
            </a:solidFill>
            <a:effectLst/>
            <a:latin typeface="Rdg Vesta" pitchFamily="2" charset="0"/>
          </a:defRPr>
        </a:defPPr>
      </a:lstStyle>
    </a:lnDef>
  </a:objectDefaults>
  <a:extraClrSchemeLst/>
  <a:extLst>
    <a:ext uri="{05A4C25C-085E-4340-85A3-A5531E510DB2}">
      <thm15:themeFamily xmlns:thm15="http://schemas.microsoft.com/office/thememl/2012/main" name="B27825 KIOT Conference 2022 portrait HT v2.pptx" id="{F18A0F39-BBEB-43DB-BFD6-81A744C52318}" vid="{1757E75D-6B58-43A6-AFC1-7824D5CC8EBB}"/>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KIOT_PBL_Poster_Template</Template>
  <TotalTime>311</TotalTime>
  <Words>893</Words>
  <Application>Microsoft Office PowerPoint</Application>
  <PresentationFormat>Custom</PresentationFormat>
  <Paragraphs>84</Paragraphs>
  <Slides>1</Slides>
  <Notes>1</Notes>
  <HiddenSlides>0</HiddenSlides>
  <MMClips>0</MMClips>
  <ScaleCrop>false</ScaleCrop>
  <HeadingPairs>
    <vt:vector size="6" baseType="variant">
      <vt:variant>
        <vt:lpstr>Fonts Used</vt:lpstr>
      </vt:variant>
      <vt:variant>
        <vt:i4>2</vt:i4>
      </vt:variant>
      <vt:variant>
        <vt:lpstr>Theme</vt:lpstr>
      </vt:variant>
      <vt:variant>
        <vt:i4>6</vt:i4>
      </vt:variant>
      <vt:variant>
        <vt:lpstr>Slide Titles</vt:lpstr>
      </vt:variant>
      <vt:variant>
        <vt:i4>1</vt:i4>
      </vt:variant>
    </vt:vector>
  </HeadingPairs>
  <TitlesOfParts>
    <vt:vector size="9" baseType="lpstr">
      <vt:lpstr>Arial</vt:lpstr>
      <vt:lpstr>Rdg Vesta</vt:lpstr>
      <vt:lpstr>KIOT #CE4F2F</vt:lpstr>
      <vt:lpstr>1_KIOT #CE4F2F</vt:lpstr>
      <vt:lpstr>KIOT #C74486</vt:lpstr>
      <vt:lpstr>KIOT #7F6BAE</vt:lpstr>
      <vt:lpstr>KIOT #6F7D14</vt:lpstr>
      <vt:lpstr>1_KIOT conference poster portrait</vt:lpstr>
      <vt:lpstr>PASSIVE COOLING SYSTEM FOR HOMES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PASSIVE COOLING SYSTEM FOR HOMES </dc:title>
  <dc:subject>Research and conference poster</dc:subject>
  <dc:creator>Shanmugam sivaraman</dc:creator>
  <cp:lastModifiedBy>HP</cp:lastModifiedBy>
  <cp:revision>29</cp:revision>
  <dcterms:created xsi:type="dcterms:W3CDTF">2026-07-26T14:23:05Z</dcterms:created>
  <dcterms:modified xsi:type="dcterms:W3CDTF">2026-09-03T14:15:24Z</dcterms:modified>
</cp:coreProperties>
</file>